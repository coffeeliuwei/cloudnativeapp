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601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CI/CD：以后你只管 git push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0584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基于云效 Flow —— 把第 11 章的每个手工动作交给机器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4023360"/>
            <a:ext cx="8412480" cy="1371600"/>
          </a:xfrm>
          <a:prstGeom prst="roundRect">
            <a:avLst>
              <a:gd name="adj" fmla="val 5333"/>
            </a:avLst>
          </a:prstGeom>
          <a:solidFill>
            <a:srgbClr val="112E54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416052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本章主线只有一条：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建一条「构建 + EDAS 发布」流水线并跑通，然后复制成三条。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部署到 ECS（主机）和 SAE 的流水线只在片尾各看一眼，细节在讲义 07 章。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云原生应用框架与开发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= 第 11 章每个手工动作，机器替你做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不是换一套新工具，是“同样的事，换人干”。上一章你亲手做过的每件事，本章都有一个流水线任务对应：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920240"/>
            <a:ext cx="45720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20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mvn deploy / package 打包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32120" y="2286000"/>
            <a:ext cx="64008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920240"/>
            <a:ext cx="5029200" cy="731520"/>
          </a:xfrm>
          <a:prstGeom prst="roundRect">
            <a:avLst>
              <a:gd name="adj" fmla="val 75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9202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“Java 构建上传”任务自动跑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45720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346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控制台点“部署应用”传新 jar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32120" y="3200400"/>
            <a:ext cx="64008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09360" y="2834640"/>
            <a:ext cx="5029200" cy="731520"/>
          </a:xfrm>
          <a:prstGeom prst="roundRect">
            <a:avLst>
              <a:gd name="adj" fmla="val 75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834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“EDAS 应用发布”任务自动调 API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3749040"/>
            <a:ext cx="45720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749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改完代码重复以上全部动作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532120" y="4114800"/>
            <a:ext cx="64008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09360" y="3749040"/>
            <a:ext cx="5029200" cy="731520"/>
          </a:xfrm>
          <a:prstGeom prst="roundRect">
            <a:avLst>
              <a:gd name="adj" fmla="val 75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3749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一下，全自动重跑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960" y="484632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156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为什么值得：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手工部署一次 ≈ 10 分钟 × 3 个服务，还可能抄错参数；流水线把它变成 0 分钟 + 0 失误。这就是“持续集成/持续部署”。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本章节奏：2 个准备（P4–5）→ 建一条流水线（P6–9）→ 跑通（P10）→ 复制扩展（P11–12）→ 其他路径速览（P13）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一条流水线长什么样（4 个名词就够用）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 = 一条从代码到运行实例的传送带，从左到右三段：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29260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（去哪拉代码）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2331720"/>
            <a:ext cx="640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828800"/>
            <a:ext cx="29260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8288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构建阶段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任务：Java 构建上传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2331720"/>
            <a:ext cx="640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321040" y="1828800"/>
            <a:ext cx="2926080" cy="1005840"/>
          </a:xfrm>
          <a:prstGeom prst="roundRect">
            <a:avLst>
              <a:gd name="adj" fmla="val 5455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288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部署阶段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任务：EDAS 应用发布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329184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24128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24128" y="37307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阶段里的一个工作单元。本章只用 2 个：“Java 构建上传”和“EDAS 应用发布”。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329184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64808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64808" y="37307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构建产物（jar）的流水线内部名字。部署任务靠这个名字找到构建出的 jar。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452628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24128" y="4617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服务连接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024128" y="496519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加密保存的凭据（阿里云 AK、Maven 账号），所有流水线共用，不写明文。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2628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64808" y="4617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触发器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464808" y="496519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什么时候自动跑。本课监听 main 分支的 push 事件。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8F0FA"/>
          </a:solidFill>
          <a:ln w="12700">
            <a:solidFill>
              <a:srgbClr val="1345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其余名词（阶段 / 步骤 / 变量组…）用到再讲——4 个名词足够把本章走完。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1 /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把代码推到云效 Codeup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流水线第一步是拉代码。GitHub 国内访问不稳，教学统一用阿里自家的 Codeup（GitHub 仍是 source of truth）。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10312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011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 Codeup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flow.aliyun.com 登录 → 应用切换器 → 代码管理 Codeup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51560" y="324612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154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新建代码库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名称 cloudnativeapp → 创建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51560" y="438912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45920" y="4297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推送代码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见右侧两条命令——给本地仓库加一个叫 codeup 的远程，推上去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92240" y="1828800"/>
            <a:ext cx="4892040" cy="1188720"/>
          </a:xfrm>
          <a:prstGeom prst="roundRect">
            <a:avLst>
              <a:gd name="adj" fmla="val 3846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56832" y="1901952"/>
            <a:ext cx="45628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add codeup \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https://codeup.aliyun.com/&lt;空间&gt;/cloudnativeapp.git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codeup main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92240" y="3291840"/>
            <a:ext cx="4892040" cy="2377440"/>
          </a:xfrm>
          <a:prstGeom prst="roundRect">
            <a:avLst>
              <a:gd name="adj" fmla="val 3077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34747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以后每天的节奏：
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改代码 → git add / commit →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codeup main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推完不用做任何别的事——流水线监听 main 分支，自己开跑。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2 /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存好两份凭据（密码绝不进流水线明文）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入口：Flow 首页 → 左侧导航最下方 ⚙ 全局设置 → 服务连接 → 新建。建两个：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51663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服务连接① aliyun-ak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类型：阿里云 ｜ 部署任务用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27432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 RAM 控制台给「子账号」生成一对 AccessKey，填进来。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再给这个子账号授权：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AliyunEDASFullAccess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（以后用 SAE 流水线再加 AliyunSAEFullAccess）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1663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服务连接② yunxiao-maven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类型：私有 Maven 仓库 ｜ 构建任务用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27432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用户名/密码 = 你本地 ~/.m2/settings.xml 里 &lt;server&gt; 节点那对（11 章准备④配过）。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忘了去哪找：云效制品仓库 → 配置指引 → 复制凭据。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534924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BE9E0"/>
          </a:solidFill>
          <a:ln w="12700">
            <a:solidFill>
              <a:srgbClr val="B054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3492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铁律：绝不用主账号 AK。流水线日志可下载，泄露主账号 AK = 整个云完蛋。子账号 + 最小权限是 CI/CD 的硬规矩。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建流水线 1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新建流水线，选 Java 模板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Flow 首页 → 右上角“新建流水线”→ 模板选 Java 分类下的：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DF3DC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830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「Java · 测试、构建、部署到阿里云 ECS / 自有主机」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为什么选“主机部署”模板却要部署 EDAS？
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这个模板的“构建”部分（拉代码 → mvn 打包 → 上传产物）三条路径通用。进去后把第二阶段的“主机部署”任务删掉、换成“EDAS 应用发布”即可——所有 Java 流水线都拿它当起点最省事。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流水线名：coffee-userorder-pipeline（先只建订单服务这一条）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0" y="1783080"/>
            <a:ext cx="4892040" cy="3749040"/>
          </a:xfrm>
          <a:prstGeom prst="roundRect">
            <a:avLst>
              <a:gd name="adj" fmla="val 1463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78308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492240" y="55778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 模板选择弹窗（左侧语言分类 → Java）｜官方截图：07 章 Part 3.1 链接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建流水线 2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配两处：代码源 + Java 构建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5544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73736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流水线源（最左侧卡片）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2240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源类型 Codeup → 仓库选 cloudnativeapp → 默认分支 main → 勾“Push 触发”。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6576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51560" y="384048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“Java 构建上传”任务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4297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JDK 选 17，Maven 凭据选 yunxiao-maven，构建命令：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1560" y="4709160"/>
            <a:ext cx="4937760" cy="868680"/>
          </a:xfrm>
          <a:prstGeom prst="roundRect">
            <a:avLst>
              <a:gd name="adj" fmla="val 526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4782312"/>
            <a:ext cx="460857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-B clean package -DskipTests \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-pl coffee-userorder/provider -am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1554480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72084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两个参数解释（理解了才会改）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20840" y="2240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4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-pl &lt;模块&gt;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20840" y="2606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 list：只构建这个模块。复制流水线给另两个服务时，改的就是这里。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2084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4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-am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720840" y="39776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also make：顺带把它依赖的库模块（common / api）一起编译——构建机上没有你的 ~/.m2，不带它会报“找不到 artifact”。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20840" y="5212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改了库代码记得先 deploy 到云效仓库（07 章 Part 3.5）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建流水线 3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头号坑：jar 要显式“上传”才能进部署阶段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云效的阶段之间默认不共享文件——构建出的 jar 不配“构建物上传”，部署任务就拿不到。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构建阶段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mvn package 出 jar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286000"/>
            <a:ext cx="7315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54880" y="182880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制品仓库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名字：app-jar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498080" y="2286000"/>
            <a:ext cx="7315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321040" y="182880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部署阶段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按名字取 app-jar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3063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在“Java 构建上传”任务里找到「构建物上传」步骤，填：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74720"/>
          <a:ext cx="6217920" cy="914400"/>
        </p:xfrm>
        <a:graphic>
          <a:graphicData uri="http://schemas.openxmlformats.org/drawingml/2006/table">
            <a:tbl>
              <a:tblPr/>
              <a:tblGrid>
                <a:gridCol w="2114093"/>
                <a:gridCol w="4103827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制品名称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app-jar（部署任务靠它找产物）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打包路径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coffee-userorder/provider/target/*.jar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406640" y="320040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BE9E0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635240" y="338328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症状提前剧透：
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构建任务明明全绿，部署却报“找不到 jar / 制品为空”——99% 是这一步没配或路径写错。新手栽得最多的一跤。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" y="576072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8F0FA"/>
          </a:solidFill>
          <a:ln w="12700">
            <a:solidFill>
              <a:srgbClr val="13457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" y="576072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记忆口诀：构建“存”一下（制品名），部署“取”一下（同名）——一存一取，名字必须对上。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建流水线 4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把“主机部署”换成“EDAS 应用发布”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流程图第二阶段：删掉模板自带的“主机部署”→ 原位置 + 添加任务 → 搜 EDAS → 选“EDAS 应用发布”，按表填：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2051914"/>
                <a:gridCol w="398312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服务连接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aliyun-ak（准备②建的）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 / 应用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同地域 / 下拉选 userorder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部署包来源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构建产物 → 选 app-jar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默认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JVM 参数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054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留空！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23760" y="1828800"/>
            <a:ext cx="4160520" cy="3657600"/>
          </a:xfrm>
          <a:prstGeom prst="roundRect">
            <a:avLst>
              <a:gd name="adj" fmla="val 2000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45236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JVM 参数要留空？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45236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章你已经在 EDAS 应用上填好了 -DENV=prod、DB 地址等参数。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流水线只管“推新 jar”，参数沿用 EDAS 上的——这叫配置的“单一来源”：应用配置只在 EDAS 控制台维护一份。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在流水线里再填一遍 = 两处维护，将来必然改漏一处。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576072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2F2F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76072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保存 → 点“运行”手动测一次 → 构建、部署两个任务都变绿 ✅ 这条流水线就成了。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MILESTONE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见证时刻：git push → 生产环境自动更新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664208"/>
            <a:ext cx="502920" cy="50292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91640" y="1554480"/>
            <a:ext cx="9601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965960" y="1627632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你：改一行代码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627632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比如 OrderServiceImpl 里加一句日志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2688336"/>
            <a:ext cx="502920" cy="50292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688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691640" y="2578608"/>
            <a:ext cx="9601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965960" y="2651760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你：git push codeup main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2651760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你的工作到此结束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3712464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691640" y="3602736"/>
            <a:ext cx="9601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965960" y="3675888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云效：自动开跑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3675888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拉代码 → mvn 打包 → 推给 EDAS（约 90 秒全绿）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14400" y="4736592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736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91640" y="4626864"/>
            <a:ext cx="9601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65960" y="4700016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EDAS：滚动重启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26480" y="4700016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应用详情 → 变更记录里出现新版本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" y="576072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C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576072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🎉 从按下 push 到新版本上线，全程零手工——这 90 秒就是本章学费的全部回报。验证：ECS-1 日志里能看到你加的那行。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SCALE OUT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复制成 3 条，再给每条装“路径过滤”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55448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流水线列表 → ⋯ → 复制，每条改 3 处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1560" y="21945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流水线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-pl 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EDAS 应用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userorder（原）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…userorder/provider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expresstrack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…expresstrack/provider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expresstrack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coffee-app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051560" y="4206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（构建物上传的“打包路径”也要跟着 -pl 改）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46177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前端另有一条 Node 流水线：构建命令换 npm run build、部署还是 ECS-3 → 07 章 Part 7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92240" y="1554480"/>
            <a:ext cx="4892040" cy="4114800"/>
          </a:xfrm>
          <a:prstGeom prst="roundRect">
            <a:avLst>
              <a:gd name="adj" fmla="val 1778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2084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路径过滤：改前端别重启后端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720840" y="2148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三条流水线都监听 main，一次 push 会全跑。在每条的“触发设置”里加路径过滤，只在相关目录变了才触发：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20840" y="30632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userorder 流水线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720840" y="33649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coffee-userorder/** + coffee-common/**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720840" y="3840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 流水线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20840" y="41422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coffee-expresstrack/** + coffee-common/**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720840" y="46177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 流水线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720840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coffee-app/**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8F0FA"/>
          </a:solidFill>
          <a:ln w="12700">
            <a:solidFill>
              <a:srgbClr val="13457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省构建时长，更省“误部署”——改了订单服务，快递服务和网关纹丝不动。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其他路径 · 速览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部署到 ECS / SAE：只换最后一个任务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构建部分一字不改——流水线的“可插拔”就体现在部署任务上。哪天换部署方式，前面全部白拿：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部署到 ECS（配合 11 章路径 A）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51560" y="2359152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F1F5FA"/>
          </a:solidFill>
          <a:ln w="15875">
            <a:solidFill>
              <a:srgbClr val="8A9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2359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任务名：主机部署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2971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前提多一步：全局设置 → 主机组管理，把 3 台 ECS 加进“主机组”（云效经由云助手自动装 Runner，不用开 22 端口）。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任务配置：选主机组 + 下载路径 + 部署脚本（cd /root/coffee &amp;&amp; ./manage.sh restart userorder）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1560" y="5257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详细步骤：07 章 Part 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78308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部署到 SAE（配合 11 章路径 C）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92240" y="2359152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F1F5FA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359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任务名：Serverless(SAE)应用发布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2971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EDAS 任务几乎一样：服务连接选 aliyun-ak（子账号要加 AliyunSAEFullAccess）、选命名空间和 SAE 应用、构建产物选 app-jar。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发布策略选“分批发布”，教学环境 1 批即可。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5257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详细步骤：07 章 Part 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2F2F4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对照记忆：主机部署=“推文件+跑脚本”；EDAS/SAE 发布=“调一次云 API，平台自己滚动升级”。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BONUS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上线前的三件“保险”+ 两个高频报错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326880" y="64373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55448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24128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人工卡点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24128" y="21214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部署阶段前加“人工审核”任务——流水线跑到这暂停，主管点同意才继续。生产环境标配。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55448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36008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分批 / 灰度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36008" y="21214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EDAS、SAE 发布任务都支持分批发布：先发 1 台观察，没问题再发剩下的。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47888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一键回滚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47888" y="21214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/ SAE 的“变更记录”里点旧版本回滚；ECS 路径则保留最近 3 个 jar 随时换回。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657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两个最高频报错（先记住，遇到不慌）：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114800"/>
            <a:ext cx="10515600" cy="731520"/>
          </a:xfrm>
          <a:prstGeom prst="roundRect">
            <a:avLst>
              <a:gd name="adj" fmla="val 7500"/>
            </a:avLst>
          </a:prstGeom>
          <a:solidFill>
            <a:srgbClr val="FBE9E0"/>
          </a:solidFill>
          <a:ln w="12700">
            <a:solidFill>
              <a:srgbClr val="D88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114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构建报 Could not find artifact coffee-common　→　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库模块没 deploy 到云效仓库 → 构建命令补 -am，或先跑一次库发布（07 章 Part 3.5）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983480"/>
            <a:ext cx="10515600" cy="731520"/>
          </a:xfrm>
          <a:prstGeom prst="roundRect">
            <a:avLst>
              <a:gd name="adj" fmla="val 7500"/>
            </a:avLst>
          </a:prstGeom>
          <a:solidFill>
            <a:srgbClr val="FBE9E0"/>
          </a:solidFill>
          <a:ln w="12700">
            <a:solidFill>
              <a:srgbClr val="D8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983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构建绿但部署报“找不到 jar”　→　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“构建物上传”没配或路径/制品名不一致 → 回第 8 页那一存一取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更多排错：07 章附录 B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097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本章带走 3 句话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201168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228600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965960" y="212140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 = 传送带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212140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 → 构建 → 部署三段；构建通用，换部署任务就能上 ECS / EDAS / SAE。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24612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2044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65960" y="33558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一存一取要对名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335584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构建物上传存 app-jar，部署任务取 app-jar——90% 的失败都坏在这。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05840" y="448056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4440" y="475488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65960" y="459028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配置单一来源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459028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参数只在 EDAS 上维护，流水线只推 jar；凭据只放服务连接，绝不进明文。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058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详细操作手册：docs/07-cicd-pipeline.md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第12章 CI/CD 流水线自动化（基于云效 Flow）</dc:title>
  <dc:subject>PptxGenJS Presentation</dc:subject>
  <dc:creator>coffeeliu</dc:creator>
  <cp:lastModifiedBy>coffeeliu</cp:lastModifiedBy>
  <cp:revision>1</cp:revision>
  <dcterms:created xsi:type="dcterms:W3CDTF">2026-06-11T06:25:23Z</dcterms:created>
  <dcterms:modified xsi:type="dcterms:W3CDTF">2026-06-11T06:25:23Z</dcterms:modified>
</cp:coreProperties>
</file>