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 流水线自动化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基于云效 Flow · 跟着每页字段表，就能把流水线配出来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3A2A12"/>
          </a:solidFill>
          <a:ln w="19050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push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041648" y="4389120"/>
            <a:ext cx="411480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80560" y="3931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12E54"/>
          </a:solidFill>
          <a:ln w="19050">
            <a:solidFill>
              <a:srgbClr val="3FA7B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云效自动构建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99248" y="4389120"/>
            <a:ext cx="411480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38160" y="3931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12E54"/>
          </a:solidFill>
          <a:ln w="19050">
            <a:solidFill>
              <a:srgbClr val="3FA7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8388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自动发布上云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11 章每一个手工动作，都让机器替你做 —— 全程零手敲命令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本章目标 &amp; 学习主线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493776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481328"/>
            <a:ext cx="4480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2545"/>
                </a:solidFill>
              </a:rPr>
              <a:t>目标：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3A"/>
                </a:solidFill>
              </a:rPr>
              <a:t>把第 11 章手工做的“本地打包 → 上传 jar → 启动进程”全部自动化——你只管 git push。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2545"/>
                </a:solidFill>
              </a:rPr>
              <a:t>理念：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C7293"/>
                </a:solidFill>
              </a:rPr>
              <a:t>CI/CD 不是“换工具”，而是把第 11 章每个手工动作都让机器替你做。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2545"/>
                </a:solidFill>
              </a:rPr>
              <a:t>怎么用这份课件：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B3A"/>
                </a:solidFill>
              </a:rPr>
              <a:t>每个配置页都给了字段表 / 命令 / 点击顺序，照着填即可建成流水线。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128016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72200" y="1444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手工动作 ──► 流水线替你做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938528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19385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mvn deploy/package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87968" y="2203704"/>
            <a:ext cx="292608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281160" y="193852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26880" y="19385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“Java 构建上传”任务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596896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0" y="259689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实例详情页上传 jar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87968" y="2862072"/>
            <a:ext cx="292608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281160" y="2596896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0" y="25968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“主机部署”自动 scp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255264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0" y="325526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 ./manage.sh restart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87968" y="3520440"/>
            <a:ext cx="292608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81160" y="3255264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26880" y="32552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“部署脚本”框自动跑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913632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17920" y="3913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EDAS 控制台点部署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87968" y="4178808"/>
            <a:ext cx="292608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281160" y="3913632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326880" y="39136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“EDAS 应用发布”任务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4572000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17920" y="45720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控制台点部署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87968" y="4837176"/>
            <a:ext cx="292608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281160" y="457200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26880" y="4572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“SAE 应用发布”任务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5230368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17920" y="523036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npm run build + 传 dist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87968" y="5495544"/>
            <a:ext cx="292608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281160" y="523036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326880" y="52303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“Node 构建 + 主机部署”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BIG PICTURE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条流水线全景：微服务 × 路径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2560320"/>
                <a:gridCol w="2651760"/>
                <a:gridCol w="237744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微服务 ＼ 路径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路径 A · 主机部署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路径 B · EDAS 发布 ⭐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路径 C · SAE 发布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coffee-userorder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…-pipeline-A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…-pipeline-C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coffee-expresstrack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…-pipeline-A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…-pipeline-C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coffee-app（网关）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…-pipeline-A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…-pipeline-C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617720"/>
            <a:ext cx="10652760" cy="621792"/>
          </a:xfrm>
          <a:prstGeom prst="roundRect">
            <a:avLst>
              <a:gd name="adj" fmla="val 8824"/>
            </a:avLst>
          </a:prstGeom>
          <a:solidFill>
            <a:srgbClr val="FFF6E6"/>
          </a:solidFill>
          <a:ln w="12700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60120" y="46177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+ 1 条前端流水线 </a:t>
            </a:r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coffee-front-pipeline —— 三条路径共用一条，只改 FRONT_API_URL。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教学挑一条路径建 3 条后端 + 1 条前端即可跑通。本章 Part 3 先配通“构建阶段”（三路径共用），Part 4/5/6 只换“部署任务”。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云效 Flow 必懂的 5 个概念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05840" y="1673352"/>
            <a:ext cx="548640" cy="548640"/>
          </a:xfrm>
          <a:prstGeom prst="ellipse">
            <a:avLst/>
          </a:prstGeom>
          <a:solidFill>
            <a:srgbClr val="13457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1673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377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一条“从代码到运行实例”的传送带 = 微服务 × 路径。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617720" y="16733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1772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673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阶段→任务→步骤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流水线分三层：阶段(顺序) → 任务(构建/部署) → 步骤。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0" y="141732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0" y="1673352"/>
            <a:ext cx="548640" cy="548640"/>
          </a:xfrm>
          <a:prstGeom prst="ellipse">
            <a:avLst/>
          </a:prstGeom>
          <a:solidFill>
            <a:srgbClr val="3FA7B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15400" y="1673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流水线源 Source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2377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拉代码来源。推荐云效 Codeup（国内最快），GitHub 镜像同步过去。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74904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" y="4005072"/>
            <a:ext cx="548640" cy="548640"/>
          </a:xfrm>
          <a:prstGeom prst="ellipse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4005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 / 服务连接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7091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别硬编码！变量=明文每线独立；服务连接=加密全局共用(AK/密码)。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0" y="3749040"/>
            <a:ext cx="33832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617720" y="4005072"/>
            <a:ext cx="548640" cy="548640"/>
          </a:xfrm>
          <a:prstGeom prst="ellipse">
            <a:avLst/>
          </a:prstGeom>
          <a:solidFill>
            <a:srgbClr val="13457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1772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4005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触发器 Trigger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3440" y="47091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何时自动跑：代码 push(默认 main) / 定时 / 手动。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01000" y="37490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75320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先搞清名词，再点鼠标。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否则面对云效控制台会一头雾水——这一节零操作。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 · STEP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把代码推到 Codeup + 找到全局设置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852160" cy="4800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代码推到云效 Codeup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登录 devops.aliyun.com → 应用切换器进“代码管理 Codeup”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新建代码库，名 cloudnativeapp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本地把云效仓库当作另一个远程推上去：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2880360"/>
            <a:ext cx="5349240" cy="731520"/>
          </a:xfrm>
          <a:prstGeom prst="roundRect">
            <a:avLst>
              <a:gd name="adj" fmla="val 6250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53312" y="2953512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codeup https://codeup.aliyun.com/&lt;命名空间&gt;/cloudnativeapp.git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codeup main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仍是 source of truth，可在 Codeup 仓库设置里“代码同步”自动镜像。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找到“全局设置”入口（很多人卡这）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</a:rPr>
              <a:t>流水线 Flow 首页 → 左侧导航最下方 ⚙ 全局设置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里面会用到：服务连接 / 主机组管理 / 通用变量组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234440"/>
            <a:ext cx="4572000" cy="4800600"/>
          </a:xfrm>
          <a:prstGeom prst="roundRect">
            <a:avLst>
              <a:gd name="adj" fmla="val 1400"/>
            </a:avLst>
          </a:prstGeom>
          <a:solidFill>
            <a:srgbClr val="EFF3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0" y="1234440"/>
            <a:ext cx="45720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 · STEP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 2 个服务连接（加密存凭据）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位置：全局设置 → 服务连接 → 新建服务连接。两个连接后面所有流水线共用。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521208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 1 · aliyun-ak（部署 B/C 用）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28600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阿里云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AccessKey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RAM 子账号 AK/SK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aliyun-ak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960120" y="4114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进 RAM 控制台用子账号生成 AK/SK，绝不用主账号。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21208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 2 · yunxiao-maven（构建用）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私有 Maven 仓库 / 用户名密码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用户名密码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本地 settings.xml 的 &lt;server&gt;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yunxiao-maven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400800" y="4114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找不到账号？云效制品仓库 → 右上角“配置指引”里复制凭据。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 · STEP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RAM 子账号授必要权限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64008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授权步骤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RAM 控制台 → 找到上一页那个子账号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权限管理 → 新增授权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</a:rPr>
              <a:t>系统策略搜并勾选这 2 个：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AliyunEDASFullAccess（路径 B 用）</a:t>
            </a:r>
            <a:endParaRPr lang="en-US" sz="1400" dirty="0"/>
          </a:p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AliyunSAEFullAccess（路径 C 用）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371600"/>
            <a:ext cx="4069080" cy="3200400"/>
          </a:xfrm>
          <a:prstGeom prst="roundRect">
            <a:avLst>
              <a:gd name="adj" fmla="val 2000"/>
            </a:avLst>
          </a:prstGeom>
          <a:solidFill>
            <a:srgbClr val="EFF3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60920" y="137160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777240" y="4800600"/>
            <a:ext cx="10652760" cy="1143000"/>
          </a:xfrm>
          <a:prstGeom prst="roundRect">
            <a:avLst>
              <a:gd name="adj" fmla="val 4800"/>
            </a:avLst>
          </a:prstGeom>
          <a:solidFill>
            <a:srgbClr val="FBE9D0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48006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🔒 硬铁律：</a:t>
            </a:r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绝不用主账号 AK！子账号 + 最小权限——云效日志可下载，AK 写进日志就是事故。这是任何 CI/CD 体系的底线。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· 三路径共用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新建流水线 + 选 Java 模板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5852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点击顺序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 Flow 首页 → 右上角蓝色“新建流水线”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2834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弹窗左侧分类点 Java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584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749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选模板：“Java · 测试、构建、部署到阿里云 ECS / 自有主机”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0584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4709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 + 创建 → 进入“流程配置”页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0" y="128016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FFF6E6"/>
          </a:solidFill>
          <a:ln w="12700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040880" y="146304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5630A"/>
                </a:solidFill>
              </a:rPr>
              <a:t>一个模板打天下：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B3A"/>
                </a:solidFill>
              </a:rPr>
              <a:t>3 条路径都先用这个模板创建，进去后只把“主机部署”任务删掉，换成 EDAS / SAE 任务即可。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3291840"/>
            <a:ext cx="4572000" cy="2743200"/>
          </a:xfrm>
          <a:prstGeom prst="roundRect">
            <a:avLst>
              <a:gd name="adj" fmla="val 2333"/>
            </a:avLst>
          </a:prstGeom>
          <a:solidFill>
            <a:srgbClr val="EFF3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0" y="32918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· 三路径共用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流程配置页结构 + 配流水线源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5875">
            <a:solidFill>
              <a:srgbClr val="13457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(拉代码)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783080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20440" y="137160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6616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 / 构建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9048" y="1783080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46520" y="137160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1783080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372600" y="137160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5875">
            <a:solidFill>
              <a:srgbClr val="3FA7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183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可加更多阶段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377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点流水线源卡片配代码源；点阶段卡片里“+ 添加任务”；点阶段间“+”圈加新阶段。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640080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配置流水线源（点最左卡片）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347472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Codeup（或 GitHub，跟你 Step1 对应）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代码仓库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cloudnativeapp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默认分支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勾 Push 触发（Part 8 再细调）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406640" y="288036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EFF3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406640" y="28803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· 三路径共用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③“Java 构建上传”任务怎么填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80160"/>
          <a:ext cx="6126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JDK 版本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OpenJDK 17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Maven 版本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 或 3.9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构建命令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见右侧模板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构建物路径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coffee-*/provider/target/*.jar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制品名称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app-jar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使用凭据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勾“使用服务连接”→ 选 yunxiao-maven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08660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构建命令模板（替换 &lt;MODULE&gt;）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86600" y="1645920"/>
            <a:ext cx="4343400" cy="1691640"/>
          </a:xfrm>
          <a:prstGeom prst="roundRect">
            <a:avLst>
              <a:gd name="adj" fmla="val 2703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51192" y="1719072"/>
            <a:ext cx="4014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-B clean package -DskipTests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-pl &lt;MODULE&gt; -am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-s settings-yunxiao.xml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-Daliyun.repo.url=$ALIYUN_REPO_URL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-Daliyun.repo.snapshot.url=\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$ALIYUN_REPO_SNAPSHOT_URL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8660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&lt;MODULE&gt; 三选一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3749040"/>
          <a:ext cx="4343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06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-pl 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coffee-userorder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coffee-userorder/provider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coffee-expresstrack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coffee-expresstrack/provider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coffee-app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coffee-app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77240" y="512064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60120" y="5120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变量在哪设？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流水线编辑页“变量和缓存”Tab 加 ALIYUN_REPO_URL、ALIYUN_REPO_SNAPSHOT_URL（你的云效制品仓库地址）。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最大的坑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构建物上传：步骤间不共享文件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构建明明绿了，部署却报“找不到 jar”——几乎一定是这一步没配。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88720" y="182880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3444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构建上传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打出 jar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94760" y="2258568"/>
            <a:ext cx="1188720" cy="0"/>
          </a:xfrm>
          <a:prstGeom prst="line">
            <a:avLst/>
          </a:prstGeom>
          <a:noFill/>
          <a:ln w="25400">
            <a:solidFill>
              <a:srgbClr val="E8A4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2112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构建物上传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4920" y="182880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5875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2064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制品仓库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(按名字存)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2258568"/>
            <a:ext cx="11887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06640" y="2112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部署任务取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182880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5875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0684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主机/EDAS/SAE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在“Java 构建上传”任务里找到“构建物上传”区域，两个字段必须对得上：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383280"/>
          <a:ext cx="10652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001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制品名称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app-jar  —— 部署任务“产物”下拉靠这个名字找 jar，两端必须同名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打包路径（provider）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coffee-*/provider/target/*-1.0-SNAPSHOT.jar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打包路径（coffee-app）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coffee-app/target/coffee-app-0.0.1-SNAPSHOT.jar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路径匹配不到 = 上传空 = 部署找不到。这是 CI/CD 新手第一大坑。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· 依赖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库模块要先 deploy 吗？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EEF3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5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库代码没改时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应用用 -pl &lt;provider&gt; -am 构建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构建机现场把 3 个库一起编译一遍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C7293"/>
                </a:solidFill>
              </a:rPr>
              <a:t>能跑通，不需要先 deploy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库代码改了时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19659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必须先把库 deploy 到云效仓库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否则别的流水线拉不到新版本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C7293"/>
                </a:solidFill>
              </a:rPr>
              <a:t>推荐单开 coffee-libs-pipeline，监听 api/common 变化自动 deploy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库发布流水线构建命令：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5257800"/>
            <a:ext cx="10652760" cy="731520"/>
          </a:xfrm>
          <a:prstGeom prst="roundRect">
            <a:avLst>
              <a:gd name="adj" fmla="val 6250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1832" y="5330952"/>
            <a:ext cx="10323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-B clean deploy -DskipTests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-pl coffee-common,coffee-userorder/api,coffee-expresstrack/api -s settings-yunxiao.xml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A · STEP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建主机组（在每台 ECS 装 Runner）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64008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05840" y="1481328"/>
            <a:ext cx="420624" cy="420624"/>
          </a:xfrm>
          <a:prstGeom prst="ellipse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43560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全局设置 → 主机组管理 → 新建主机组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2139696"/>
            <a:ext cx="420624" cy="420624"/>
          </a:xfrm>
          <a:prstGeom prst="ellipse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09397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主机组名称：coffee-prod-ecs；接入方式选“支持自动装 Runner”那项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2798064"/>
            <a:ext cx="420624" cy="420624"/>
          </a:xfrm>
          <a:prstGeom prst="ellipse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27523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进主机列表 → 添加主机 → 用“阿里云 ECS”子菜单 → 勾 ECS-1/2/3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5840" y="3456432"/>
            <a:ext cx="420624" cy="420624"/>
          </a:xfrm>
          <a:prstGeom prst="ellipse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41071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云效经阿里云云助手（不是 SSH）远程在 ECS 上装 Runner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" y="4114800"/>
            <a:ext cx="420624" cy="420624"/>
          </a:xfrm>
          <a:prstGeom prst="ellipse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40690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等约 1-2 分钟，3 台状态变“在线”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4023360" cy="3657600"/>
          </a:xfrm>
          <a:prstGeom prst="roundRect">
            <a:avLst>
              <a:gd name="adj" fmla="val 1750"/>
            </a:avLst>
          </a:prstGeom>
          <a:solidFill>
            <a:srgbClr val="EFF3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06640" y="12801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FB0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📷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777240" y="5120640"/>
            <a:ext cx="1065276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012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为什么装 Runner 不用密码：</a:t>
            </a:r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Runner 主动从云效拉 jar，ECS 无需对外开 22 端口，比 SSH 更安全。卡在“离线”→ 确认 ECS 装了云助手 Agent、出方向能上公网。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A · STEP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配“主机部署”任务（userorder）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模板第二阶段默认就是“主机部署”任务，点开它按下表填：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41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选 app-jar（上游产物）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主机组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coffee-prod-ecs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过滤主机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只选 ECS-1（按标签或 IP 过滤）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下载路径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/root/coffee/jars/coffee-userorder-provider-1.0-SNAPSHOT.jar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执行用户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部署脚本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见下方代码块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" y="4983480"/>
            <a:ext cx="10652760" cy="548640"/>
          </a:xfrm>
          <a:prstGeom prst="roundRect">
            <a:avLst>
              <a:gd name="adj" fmla="val 8333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41832" y="5056632"/>
            <a:ext cx="10323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/root/coffee &amp;&amp; ./manage.sh restart userorder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 → 点“运行”测试一次 → 看每个任务变绿。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8A98A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A · STEP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复制另两条 + 全链路演示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5852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复制改 5 处（⋯ → 复制）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87452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…-pipeline-A 改服务名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-pl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coffee-expresstrack/provider / coffee-app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构建物路径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对应服务的 target/*.jar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 ECS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ECS-1 → ECS-2 / ECS-3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部署脚本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restart expresstrack / restart app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858000" y="1280160"/>
            <a:ext cx="4572000" cy="4754880"/>
          </a:xfrm>
          <a:prstGeom prst="roundRect">
            <a:avLst>
              <a:gd name="adj" fmla="val 1400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04088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全链路演示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040880" y="19202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4088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本地改一行代码（如改句日志）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040880" y="28346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04088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push codeup main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040880" y="37490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04088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看云效列表：流水线自动开跑 → 约 90 秒变绿 ✅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040880" y="46634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4088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89520" y="4617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ECS-1 终端 tail 日志，看到刚改那行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040880" y="5532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🎉 从按下 git push 到生产跑起新版本，全程零手工。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B · 推荐主线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B：EDAS 应用发布任务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FBE9D0"/>
          </a:solidFill>
          <a:ln w="12700">
            <a:solidFill>
              <a:srgbClr val="E8A42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1887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准备：EDAS 控制台 → 应用列表 → 点 userorder → 复制“应用 ID”（三个应用各记一次）。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删掉默认“主机部署”→ + 添加任务搜 EDAS → 选“EDAS 应用发布”，按下表填：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3172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服务连接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aliyun-ak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和你 EDAS 同地域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下拉选 userorder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部署包来源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构建产物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构建产物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app-jar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JVM 参数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留空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772400" y="2331720"/>
            <a:ext cx="3657600" cy="3337560"/>
          </a:xfrm>
          <a:prstGeom prst="roundRect">
            <a:avLst>
              <a:gd name="adj" fmla="val 1918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9552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JVM 参数为何留空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29260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填进流水线会覆盖 EDAS 应用上已有配置。留空 = 沿用第 11 章在 EDAS 填好的 -DENV/-DDB_HOST。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单一来源原则：配置只在 EDAS 控制台维护，流水线只管推 jar。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复制另两条：改名 + 改 -pl + EDAS 任务里改选的“应用”。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3FA7B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Serverless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C：关键差异 + 准备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SAE 没有“主机组”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路径 A：jar 推到固定 ECS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路径 B：EDAS Agent 推到 ECS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</a:rPr>
              <a:t>路径 C：云效调 SAE OpenAPI 触发“滚动部署”——SAE 自己弹实例、拉新 jar、重启。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325880"/>
            <a:ext cx="4937760" cy="2743200"/>
          </a:xfrm>
          <a:prstGeom prst="roundRect">
            <a:avLst>
              <a:gd name="adj" fmla="val 2333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准备：记下 2 个 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19202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SAE 应用 ID（应用详情页顶部）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命名空间 ID，形如 cn-hangzhou:coffee-prod-sae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</a:rPr>
              <a:t>三个 SAE 应用各记一次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297680"/>
            <a:ext cx="106527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流水线只负责：打包 jar + 告诉 SAE 用这个新 jar。下一页是发布任务的字段表。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创建方式同路径 B：用 Java 模板新建 → 配好构建（与 A/B 完全一样）→ 删“主机部署”→ 加“Serverless(SAE)应用发布”任务。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3FA7B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FA7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PATH C · Serverless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“Serverless(SAE)应用发布”任务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服务连接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aliyun-ak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和 SAE 同地域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命名空间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coffee-prod-sae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SAE 应用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下拉选 userorder-sae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构建产物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app-jar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发布策略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分批发布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发布批次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1（教学环境）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分批等待时间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371600"/>
            <a:ext cx="3657600" cy="3657600"/>
          </a:xfrm>
          <a:prstGeom prst="roundRect">
            <a:avLst>
              <a:gd name="adj" fmla="val 1750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9552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冷启动注意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19659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流水线部署/重启后，SAE 实例要现拉镜像、启 JVM，首次访问会等几秒——冷启动正常现象。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演示前先手动 curl 一次预热。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保存运行；复制另两条：改名 + 改 -pl + 改选的 SAE 应用。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FRONTEND · STEP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前端流水线：Node 构建上传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新建流水线选“Node.js · 部署到 ECS/自有主机”模板，名 coffee-front-pipeline，流水线源同后端。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976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Node 版本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工作目录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app-admin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构建命令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见右侧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构建物路径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app-admin/dist/**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制品名称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95160" y="1463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构建命令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95160" y="1783080"/>
            <a:ext cx="4434840" cy="1371600"/>
          </a:xfrm>
          <a:prstGeom prst="roundRect">
            <a:avLst>
              <a:gd name="adj" fmla="val 3333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159752" y="1856232"/>
            <a:ext cx="41056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config set registry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https://registry.npmmirror.com &amp;&amp;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 &amp;&amp;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VUE_APP_BASE_URL=$FRONT_API_URL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npm run build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114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 FRONT_API_URL 随后端路径填（“变量和缓存”Tab）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480560"/>
          <a:ext cx="10652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753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 A / B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http://&lt;ECS-3 公网 IP&gt;:8005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 C（SAE）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SAE 公网 CLB 域名（无端口，默认 80）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FRONTEND · STEP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前端“主机部署”到 ECS-3 Nginx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填什么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主机组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coffee-prod-ecs，过滤 ECS-3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下载路径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/usr/share/nginx/html/dist.tar.gz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部署脚本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3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见下方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3474720"/>
            <a:ext cx="6766560" cy="1051560"/>
          </a:xfrm>
          <a:prstGeom prst="roundRect">
            <a:avLst>
              <a:gd name="adj" fmla="val 4348"/>
            </a:avLst>
          </a:prstGeom>
          <a:solidFill>
            <a:srgbClr val="0E2236"/>
          </a:solidFill>
          <a:ln w="12700">
            <a:solidFill>
              <a:srgbClr val="1C3A5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3547872"/>
            <a:ext cx="64373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/usr/share/nginx/html &amp;&amp;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-f dist.tar.gz ] &amp;&amp;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 -xzf dist.tar.gz --strip-components=1 &amp;&amp;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rm dist.tar.gz;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-t &amp;&amp; nginx -s reload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1371600"/>
            <a:ext cx="3657600" cy="2788920"/>
          </a:xfrm>
          <a:prstGeom prst="roundRect">
            <a:avLst>
              <a:gd name="adj" fmla="val 2295"/>
            </a:avLst>
          </a:prstGeom>
          <a:solidFill>
            <a:srgbClr val="FFF6E6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9552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用宝塔镜像的同学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55280" y="19202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网站根目录不是 /usr/share/nginx/html，而是 /www/wwwroot/&lt;站点名&gt;。把脚本里的路径全部换成你的站点根目录即可。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754880"/>
            <a:ext cx="10652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012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C 切前端：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三路径共用这一条线，切到 SAE 只需把 FRONT_API_URL 改成 SAE CLB 域名后重跑。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为什么不用 OSS：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OSS 会引出 Bucket 权限、静态页 404 兜底等额外概念；ECS-3 Nginx 复用已学部署即可。（前后端本就不同源，跨域由网关 @CrossOrigin 放行，与用不用 OSS 无关）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TRIGGER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触发规则与分支策略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5212080" cy="2834640"/>
          </a:xfrm>
          <a:prstGeom prst="roundRect">
            <a:avLst>
              <a:gd name="adj" fmla="val 2258"/>
            </a:avLst>
          </a:prstGeom>
          <a:solidFill>
            <a:srgbClr val="EAF1F8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最小化分支策略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main → 自动触发“生产”流水线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dev → 手动触发，部署到同组资源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</a:rPr>
              <a:t>feature/* → 不触发，PR 合并到 dev 时人工把关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设置位置：每条流水线 → 顶部“触发设置”Tab → 代码源触发（监听 main / Push 事件）。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路径过滤（强烈推荐）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69748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只在这些路径改动时触发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userorder 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coffee-userorder/** 、common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 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app-admin/**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libs 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common/** 、*/api/**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77240" y="4572000"/>
            <a:ext cx="1065276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0120" y="4572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好处：</a:t>
            </a:r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每条线只在相关代码改动时触发——省构建时长，也减少误部署面积（改前端不会重启后端）。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ADVANCED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高级特性：审批 / 灰度 / 回滚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“看过就行”的加分内容，课程不强制做。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3832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1828800"/>
            <a:ext cx="3383280" cy="594360"/>
          </a:xfrm>
          <a:prstGeom prst="rect">
            <a:avLst/>
          </a:prstGeom>
          <a:solidFill>
            <a:srgbClr val="13457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人工卡点（审批）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部署阶段前加“人工卡点”任务，配审批人；流水线跑到这里暂停，审批通过才继续。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3383280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8056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灰度发布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B/C 在发布任务里选“分批发布”，每批暂停观察、加大批次间等待时间。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01000" y="1828800"/>
            <a:ext cx="33832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383280" cy="594360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9244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一键回滚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A：把上版 jar 重新推（ECS 保留最近 3 个）。路径 B/C：EDAS/SAE 变更记录点“回滚”。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CHEAT SHEET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条流水线一览表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106527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251960"/>
                <a:gridCol w="27432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流水线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部署任务（云效真实名）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部署目标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…-pipeline-A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主机部署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主机组 / ECS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563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…-pipeline-B ⭐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EDAS 应用发布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EDAS 应用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…-pipeline-C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Serverless(SAE)应用发布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SAE 应用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coffee-front-pipeline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Node 构建 + 主机部署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ECS-3 Nginx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coffee-libs-pipeline（可选）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 mvn deploy，不部署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云效 Maven 仓库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构建阶段三路径共用，只换“部署任务”——这就是“一个模板打天下”。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" y="420624"/>
            <a:ext cx="146304" cy="530352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" y="329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4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TROUBLESHOOT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53035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常见报错速查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6455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第12章 · CI/CD 流水线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8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10652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1463040"/>
            <a:ext cx="109728" cy="822960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1463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构建绿但部署“找不到 jar”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0" y="146304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“构建物上传”的制品名/打包路径写错，与部署任务选的产物不一致。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2395728"/>
            <a:ext cx="10652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2395728"/>
            <a:ext cx="109728" cy="822960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23957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Could not find artifact …coffee-common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2395728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库没 deploy 到云效仓库——先跑 libs 流水线，或构建命令加 -am 现场编译。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328416"/>
            <a:ext cx="10652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3328416"/>
            <a:ext cx="109728" cy="822960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33284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主机组 ECS 一直“离线”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332841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ECS 没装云助手 Agent，或出方向不通公网（Runner 主动连出）。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4261104"/>
            <a:ext cx="10652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261104"/>
            <a:ext cx="109728" cy="822960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426110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EDAS/SAE 发布 Access denied / NotFound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0" y="426110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RAM 子账号缺 EDAS/SAE 权限，或应用 ID、服务连接地域写错。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193792"/>
            <a:ext cx="10652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193792"/>
            <a:ext cx="109728" cy="822960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5840" y="51937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3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路径 C 切换后前端 API 全失败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0" y="519379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FRONT_API_URL 还停在 ECS-3:8005，改成 SAE CLB 域名重跑前端线。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1856232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7099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 = 微服务 × 路径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26480" y="17099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构建阶段三路径共用，只换“部署任务”——一个模板打天下。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70632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51560" y="3026664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8803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构建物上传是头号坑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126480" y="2880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制品名 + 打包路径必须对得上，否则部署“找不到 jar”。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941064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51560" y="4197096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5156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40507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凭据走服务连接，子账号最小权限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126480" y="40507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绝不硬编码、绝不用主账号 AK；配置单一来源在平台。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111496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12E54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51560" y="5367528"/>
            <a:ext cx="502920" cy="502920"/>
          </a:xfrm>
          <a:prstGeom prst="ellipse">
            <a:avLst/>
          </a:prstGeom>
          <a:solidFill>
            <a:srgbClr val="E8A42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5156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522122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push 之后全自动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126480" y="52212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推荐后端走路径 B（EDAS）流水线作默认，全程零手敲命令。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CI/CD 流水线自动化（基于云效 Flow）</dc:title>
  <dc:subject>PptxGenJS Presentation</dc:subject>
  <dc:creator>coffeeliu</dc:creator>
  <cp:lastModifiedBy>coffeeliu</cp:lastModifiedBy>
  <cp:revision>1</cp:revision>
  <dcterms:created xsi:type="dcterms:W3CDTF">2026-06-04T08:25:03Z</dcterms:created>
  <dcterms:modified xsi:type="dcterms:W3CDTF">2026-06-04T08:25:03Z</dcterms:modified>
</cp:coreProperties>
</file>