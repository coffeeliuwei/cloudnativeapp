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 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把微服务部署到阿里云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多路径上云 · 从本地一步步搬上云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E8A4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EDAS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推荐主线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3FA7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SAE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Serverless 弹性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8A98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ECS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838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 / 选读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贯穿主线：能在控制台点鼠标完成的，就不让你敲命令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本章目标 &amp; 学习主线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1600200"/>
            <a:ext cx="50292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目标：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把第 5 章在本地跑通的整套项目（3 个后端 + Vue 前端 + MySQL + Nacos），原封不动搬到阿里云上运行。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核心理念：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本地做过的每一步，在云上一一对应替换——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7293"/>
                </a:solidFill>
              </a:rPr>
              <a:t>云原生不是重学一套，而是“换个地方跑同一份 jar”。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关键洞察：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jar 一行不改，只靠环境变量 / 启动参数告诉它连云上的地址。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92240" y="137160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关键升级：一机三进程 → 一机一微服务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766560" y="219456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2194560"/>
            <a:ext cx="1920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66560" y="2331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457A"/>
                </a:solidFill>
              </a:rPr>
              <a:t>本地（第5章）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一台笔记本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跑 3 个进程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靠端口区分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3337560"/>
            <a:ext cx="54864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01200" y="2194560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46920" y="219456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 userorder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0" y="2999232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46920" y="299923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ECS-2 expresstrack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01200" y="3803904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46920" y="380390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app + Nginx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66560" y="4617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共用：MSE Nacos + RDS MySQL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故障隔离 · 独立扩容 · 独立发布 —— 这才是微服务该有的样子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三种上云形态：责任从重到轻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1417320"/>
            <a:ext cx="3566160" cy="64008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IaaS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自管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你装系统/JDK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 scp 上传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你写脚本起进程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你看日志排障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控制力最强 · 运维最重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81144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81144" y="1417320"/>
            <a:ext cx="3566160" cy="64008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PaaS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72584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托管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01184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你上传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平台装 JDK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平台起/重启进程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治理可视化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72584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省心 · 有服务治理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85048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85048" y="1417320"/>
            <a:ext cx="3566160" cy="640080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22" name="Text 20"/>
          <p:cNvSpPr/>
          <p:nvPr/>
        </p:nvSpPr>
        <p:spPr>
          <a:xfrm>
            <a:off x="8476488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Serverless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76488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托管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705088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你提交代码/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平台打包伸缩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按需自动伸缩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按 vCPU·秒计费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76488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最省运维 · 弹性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9231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8064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核心权衡：</a:t>
            </a:r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越往下，运维负担越轻，但对底层的控制力也越弱。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MAIN 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本课程主线：能点鼠标，就不敲命令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初学者习惯用鼠标而不是键盘——凡控制台能点点生成的服务，一律优先；命令行只作进阶备选。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96596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1965960"/>
            <a:ext cx="128016" cy="114300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7568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推荐主线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07568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EDAS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07568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控制台点鼠标部署，不用 SSH、不装 JDK、不写脚本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291840"/>
            <a:ext cx="128016" cy="1143000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40156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推荐（弹性场景）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SAE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340156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控制台点鼠标，Serverless 按需自动伸缩、免运维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77240" y="461772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617720"/>
            <a:ext cx="128016" cy="114300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72744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 / 选读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66160" y="472744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ECS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472744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终端敲命令：装 JDK、scp、chmod、manage.sh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6080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学习顺序建议：先做点击式 EDAS 跑通建立信心 → 想懂底层再回头做路径 A。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动手前必懂的 4 个概念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51560" y="1755648"/>
            <a:ext cx="640080" cy="6400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74520" y="17556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VPC 专有网络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2514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/ RDS / Nacos 同一 VPC 走内网：快、免费、安全。铁律：同地域、同 VPC。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1755648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0" y="17556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ENV 开关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spring.profiles.active=${ENV:dev}；本地走 dev，启动加 -DENV=prod 切到生产配置。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7240" y="379476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4087368"/>
            <a:ext cx="640080" cy="640080"/>
          </a:xfrm>
          <a:prstGeom prst="ellipse">
            <a:avLst/>
          </a:prstGeom>
          <a:solidFill>
            <a:srgbClr val="3FA7B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087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08736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环境变量驱动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${DB_HOST:默认值} 等——同一份 jar，靠启动参数注入云上地址，配置与代码分离。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17920" y="379476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0" y="4087368"/>
            <a:ext cx="640080" cy="64008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4087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315200" y="408736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注册中心 vs 配置中心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3796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都用 Nacos 但用途不同：Dubbo 用它找服务；Spring 用它拉配置（本项目 optional，可不连）。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公共云资源准备（A/B/C 都要）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51560" y="1691640"/>
            <a:ext cx="146304" cy="457200"/>
          </a:xfrm>
          <a:prstGeom prst="rect">
            <a:avLst/>
          </a:prstGeom>
          <a:solidFill>
            <a:srgbClr val="13457A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台 ECS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97280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每台跑 1 个微服务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ECS-1/2/3 · 2核2G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81144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55464" y="1691640"/>
            <a:ext cx="14630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1184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云数据库 8.0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两个库 userorder/express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85048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59368" y="1691640"/>
            <a:ext cx="146304" cy="457200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18" name="Text 16"/>
          <p:cNvSpPr/>
          <p:nvPr/>
        </p:nvSpPr>
        <p:spPr>
          <a:xfrm>
            <a:off x="8887968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705088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专业版（SAE 集成需要）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3703320"/>
            <a:ext cx="10652760" cy="731520"/>
          </a:xfrm>
          <a:prstGeom prst="roundRect">
            <a:avLst>
              <a:gd name="adj" fmla="val 7500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37033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铁律：</a:t>
            </a:r>
            <a:pPr indent="0" marL="0">
              <a:buNone/>
            </a:pPr>
            <a:r>
              <a:rPr lang="en-US" sz="14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/ RDS / MSE Nacos 必须同一地域、同一 VPC——创建后大多不可改，错了只能删了重建。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4663440"/>
            <a:ext cx="10652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4800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内外网怎么用（最常踩的坑）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88720" y="521208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云上应用连 RDS / Nacos → 一律用内网地址（快、免费、安全）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你本地电脑灌数据 / 调试 → 临时用外网地址 + 白名单（教学权宜）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C7293"/>
                </a:solidFill>
              </a:rPr>
              <a:t>RDS / MSE 各有独立白名单（与 VPC 无关）：SAE 实例 IP 从 VSwitch 网段动态分配，要把整个网段加进白名单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MSE Nacos 实例（A/B/C 共用前提）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三条路径的 Dubbo 服务都注册到这同一个 Nacos——动手前必须先把它建出来（详见 06 章 Part 3）。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783080"/>
            <a:ext cx="594360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19202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进 MSE 控制台建 Nacos 实例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23042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搜“微服务引擎 MSE”→ 左侧“注册配置中心”→“创建实例”：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69748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产品版本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专业版（SAE 集成只认专业版）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引擎 / 版本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Nacos / 2.x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集群节点数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3（专业版最少 3、必须奇数）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 / VPC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与 ECS / RDS 完全一致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公网带宽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拉到 &gt;0 才开公网（本地调试用）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960120" y="4983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等状态“运行中”→ 详情页记下内网 + 公网两个接入地址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60120" y="53949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内网地址给云上 ECS/SAE 用（快、免费）；公网地址给本地调试（需在“网络配置→公网白名单”填 0.0.0.0/0，仅教学，生产禁用）。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903720" y="1783080"/>
            <a:ext cx="4526280" cy="4251960"/>
          </a:xfrm>
          <a:prstGeom prst="roundRect">
            <a:avLst>
              <a:gd name="adj" fmla="val 129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03720" y="1783080"/>
            <a:ext cx="45262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7" name="Text 14"/>
          <p:cNvSpPr/>
          <p:nvPr/>
        </p:nvSpPr>
        <p:spPr>
          <a:xfrm>
            <a:off x="822960" y="61447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规格必须选专业版（Dubbo 3.x 走 SAE 的“MSE Nacos 专业版”官方集成，开发测试版接不进去）；且与 ECS / RDS 同地域、同 VPC。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MODULES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项目模块：3 个库 + 3 个应用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4937760" cy="219456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库模块（被依赖，不独立运行）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205740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057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coffee-common · 公共工具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05840" y="256032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5603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coffee-userorder/api · 订单接口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05840" y="306324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632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coffee-expresstrack/api · 快递接口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7220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应用模块（打成 jar 部署运行）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205740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coffee-userorder/provider → ECS-1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56032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560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coffee-expresstrack/provider → ECS-2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306324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coffee-app（网关）→ ECS-3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3886200"/>
            <a:ext cx="106527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制品流：库是“中转站”，应用构建时来拉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97280" y="46634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43000" y="4663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个库模块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566160" y="5120640"/>
            <a:ext cx="8229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3291840" y="49560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mvn deploy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480560" y="466344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0" y="4663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云效私有仓库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(任何机器可拉)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315200" y="5120640"/>
            <a:ext cx="8229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7040880" y="49560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构建时拉取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229600" y="4663440"/>
            <a:ext cx="3017520" cy="914400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75320" y="4663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 mvn package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3 个 jar → 上云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6012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日常迭代推荐交给云效流水线自动构建，本地 mvn 命令属进阶/理解原理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推荐主线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B：EDAS 部署全流程（6 步点鼠标）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10652760" cy="530352"/>
          </a:xfrm>
          <a:prstGeom prst="roundRect">
            <a:avLst>
              <a:gd name="adj" fmla="val 10345"/>
            </a:avLst>
          </a:prstGeom>
          <a:solidFill>
            <a:srgbClr val="FBE9D0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280160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✅ 本课程默认上云方式：全程 EDAS 网页控制台点鼠标——不用 SSH、不装 JDK、不写 manage.sh。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①开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通信端口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414016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42616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8336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②建微服务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79392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07992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③建 ECS 集群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 3 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73368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9088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④建应用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 jar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10144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238744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84464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⑤填 JVM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04120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⑥验证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服务治理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" y="3931920"/>
            <a:ext cx="10652760" cy="713232"/>
          </a:xfrm>
          <a:prstGeom prst="roundRect">
            <a:avLst>
              <a:gd name="adj" fmla="val 7692"/>
            </a:avLst>
          </a:prstGeom>
          <a:solidFill>
            <a:srgbClr val="FFF6E6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393192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最容易漏：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安全组“出方向”不放通 8442/8443/8883，应用看似部署成功，但“微服务治理”页永远“没有数据”。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48463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和路径 A 比：路径 A 你自己装 JDK、scp、起进程；路径 B 这些 EDAS 全自动，你只在网页上选“把 X 应用部署到 ECS-Y”。后面 5 页逐步配。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①②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 Agent 端口 + 建微服务空间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给 3 台 ECS 开 Agent 出方向端口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ECS 控制台 → ECS 的“安全组”→ 访问规则 → 出方向 → 手动添加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加 3 条 TCP（授权对象 0.0.0.0/0）：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8442/8442 · 8443/8443 · 8883/8883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3 台都做（共用一个安全组就只做一次）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88720" y="4069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不开 → 治理页永远“没有数据”。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创建微服务空间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控制台 → 资源管理 → 微服务空间 → 创建：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空间名称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coffee-prod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 ECS 同地域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注册中心类型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Nacos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实例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选你创建的那个实例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0" y="4709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 必须选 MSE Nacos，不能用 EDAS 默认注册中心——它不支持 Dubbo 3.x，治理页查不到服务。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③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ECS 集群 + 导入 3 台 ECS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25880"/>
            <a:ext cx="585216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EDAS ECS 集群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资源管理 → EDAS ECS 集群 → 创建集群：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240280"/>
          <a:ext cx="5577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coffeecluster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微服务空间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coffee-prod（刚建的）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网络类型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专有网络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与你 ECS 相同的那个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960120" y="461772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导入主机：进集群详情 → 添加 ECS 实例 → 勾 ECS-1/2/3 → 下一步 → 导入。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60120" y="54406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3-5 分钟，3 台显示“运行中”+“已安装 Agent”。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572000" cy="4663440"/>
          </a:xfrm>
          <a:prstGeom prst="roundRect">
            <a:avLst>
              <a:gd name="adj" fmla="val 120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1325880"/>
            <a:ext cx="457200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④⑤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创建应用 userorder + 填 JVM 参数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应用管理 → 应用列表 → 创建应用，按下表填：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应用名称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userorder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微服务空间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coffee-prod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coffeecluster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运行环境 / JDK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Java / OpenJDK 17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部署包来源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上传 JAR 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选择文件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coffee-userorder/provider/target/*.jar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 ECS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只勾 ECS-1（另两台不勾）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72400" y="155448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955280" y="1691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JVM 参数（填实际 RDS 值）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909560" y="2286000"/>
            <a:ext cx="3429000" cy="2286000"/>
          </a:xfrm>
          <a:prstGeom prst="roundRect">
            <a:avLst>
              <a:gd name="adj" fmla="val 2000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74152" y="2359152"/>
            <a:ext cx="3099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-Xms128m -Xmx512m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-DENV=prod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-DDB_HOST=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rm-xxx:3306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-DDB_USER=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userordertest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-DDB_PASSWORD=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你的RDS密码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确认创建 → 等 2-3 分钟状态变“运行中”。注册地址由 Agent 自动接管，JVM 里不用写 Nacos 地址。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④⑥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部署快递 / 网关 + 验证服务治理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快递 expresstrack（改 4 处）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应用名 expresstrack；jar 选 expresstrack 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部署 ECS 只勾 ECS-2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JVM 参数与 userorder 完全一样（库名已硬编码）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网关 coffee-app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0" y="187452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应用名 coffee-app；jar 选 coffee-app 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部署 ECS 只勾 ECS-3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JVM 只填 -Xms128m -Xmx256m -DENV=prod（网关不连库）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94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顺序：先 userorder / expresstrack，最后 coffee-app（反了网关会有几秒“找不到提供者”警告，不影响）。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297680"/>
            <a:ext cx="10652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0120" y="4434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 验证服务治理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484632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微服务治理 → Dubbo → 服务查询 → 顶部“所属微服务空间”选 coffee-prod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</a:rPr>
              <a:t>看到 com.coffee.yun.userorder.api.OrderService 等接口 → 点进“提供者”看到 ECS 私网 IP = 成功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Serverless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C：SAE（连 ECS 都不用买）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它怎么省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057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不买 ECS，平台按需弹出“无服务器实例”跑 jar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实例数最小为 1（创建时“实例数”字段就是 1，填不了 0）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按 vCPU·秒 + 内存 GB·秒计费（用多少付多少）；公网 CLB 另计费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命名空间选 MSE Nacos，部署=上传 jar + 填环境变量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公网入口：给 coffee-app 加“公网 CLB 访问”（SAE 2.0 现称 CLB，经典版叫 SLB）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两个关键坑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网络坑：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1C2B3A"/>
                </a:solidFill>
              </a:rPr>
              <a:t>RDS / MSE 各有独立的访问白名单，和 VPC 无关——就算同 VPC、网络通，源 IP 不在白名单照样连不上。SAE 实例 IP 从 VSwitch 网段动态分配（弹性 ENI、会变），没有固定 IP，所以要把整个 VSwitch 网段加进 RDS / MSE 白名单。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弹性坑：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</a:rPr>
              <a:t>三个应用都保持至少 1 个常驻实例；Dubbo provider 尤其不能被弹性策略回收，否则调用方瞬间报 RPC 错误。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详解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配置全流程（6 步，全程点鼠标）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①开通 SAE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414016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42616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88336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②建命名空间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79392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07992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③加白名单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(VSwitch)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73368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④部署 3 应用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0144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38744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4464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⑤公网 CLB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875520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104120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49840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⑥验证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206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加白名单是 SAE 区别于路径 A/B 的最大坑——本节用一整页专门讲（见下页）。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846320"/>
            <a:ext cx="10652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05840" y="50292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和路径 B（EDAS）比，SAE 的不同：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B3A"/>
                </a:solidFill>
              </a:rPr>
              <a:t>不买 ECS（平台按需弹实例）· 按 vCPU·秒计费用多少付多少 · 但实例走弹性网卡 ENI，必须额外加白名单 · 部署 = 上传 jar + 填环境变量（不用 JVM 写 DB）。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详解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先想清楚：哪些模块适合 Serverless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527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03120"/>
                <a:gridCol w="3611880"/>
                <a:gridCol w="18288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模块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适合 SAE 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原因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本课程配比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coffee-app（HTTP 网关）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✅ 很合适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HTTP 触发、无状态，可随流量弹性扩容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userorder-provider（Dubbo）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⚠️ 能跑但反直觉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长连接 RPC，实例被回收时调用方瞬间报错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expresstrack-provider（Dubbo）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⚠️ 同上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同上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30352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5303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教学配比：</a:t>
            </a:r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三个应用都用 1 个实例（provider 必须常驻保住 Dubbo 注册，网关也至少 1 个）。SAE 的价值是免运维 + 按 vCPU·秒计费 + 可按指标弹性扩容，而非缩到 0。生产里 provider 应继续用 EDAS/ECS。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关键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⚠️ 最大的坑：内外网三条铁律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1463040"/>
            <a:ext cx="128016" cy="1298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184708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157276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永远用内网地址连 RDS / Nacos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2011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rm-xxx.mysql.rds.aliyuncs.com:3306 这种内网地址。公网慢、收费、还要申请——SAE 本就在 VPC 里，走内网才对。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2944368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44368"/>
            <a:ext cx="128016" cy="1298448"/>
          </a:xfrm>
          <a:prstGeom prst="rect">
            <a:avLst/>
          </a:prstGeom>
          <a:solidFill>
            <a:srgbClr val="13457A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3328416"/>
            <a:ext cx="548640" cy="54864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91640" y="305409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本地灌数据才用外网地址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34930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你电脑在公网，第 5 章/资源准备时用 RDS 外网地址 + MySQL Workbench 灌表结构。这一步不必再开外网。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4425696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425696"/>
            <a:ext cx="128016" cy="129844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4809744"/>
            <a:ext cx="548640" cy="54864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4809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691640" y="453542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/ MSE 白名单要放行 SAE 的 VSwitch 网段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白名单是独立于 VPC 的访问控制：同 VPC 网络通，但源 IP 不在白名单仍被拒。SAE 实例 IP 从 VSwitch 网段动态分配、会变，把该 VSwitch 整个网段补进 RDS 和 MSE 白名单，否则启动报连不上。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一句话：地址用内网的，白名单加 SAE 网段的。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①②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开通 SAE + 创建命名空间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 3.x 在 SAE 必须接 MSE Nacos 专业版（内置 Nacos 不兼容）；注册中心在下一步“创建应用→高级设置”里选，不在命名空间这步。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58521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开通 SAE 服务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控制台搜 “SAE” → 进 Serverless 应用引擎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首次进勾选服务协议、开通（开通不收费，跑实例才计费）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创建命名空间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88720" y="416052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左侧“命名空间”→“创建命名空间”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名称 coffee-prod-sae；地域与 ECS/RDS/MSE 一致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400" b="1" dirty="0">
                <a:solidFill>
                  <a:srgbClr val="1C7293"/>
                </a:solidFill>
              </a:rPr>
              <a:t>命名空间只做隔离，不在这里选注册中心（建应用时才选）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0" y="1874520"/>
            <a:ext cx="4572000" cy="4206240"/>
          </a:xfrm>
          <a:prstGeom prst="roundRect">
            <a:avLst>
              <a:gd name="adj" fmla="val 1304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87452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关键步骤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RDS + MSE 白名单加 SAE 的 VSwitch 网段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这一步做错，应用一定起不来报“连不上 MySQL / Nacos”。务必在部署前做完。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106527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214884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37360" y="196596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先查 SAE 要用的 VSwitch 网段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39572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VPC 控制台 → 交换机 → 在 ECS 同 VPC 里挑一个可用 IP ≥ 64 的 VSwitch → 复制它的 CIDR 网段（形如 172.16.1.0/24）。后面部署应用也选这个 VSwitch。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3429000" cy="2697480"/>
          </a:xfrm>
          <a:prstGeom prst="roundRect">
            <a:avLst>
              <a:gd name="adj" fmla="val 2712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6012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RDS 白名单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388620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实例 → 数据安全性 → 白名单设置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点默认分组“修改”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逗号追加 VSwitch 网段 → 确定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43400" y="3291840"/>
            <a:ext cx="3429000" cy="2697480"/>
          </a:xfrm>
          <a:prstGeom prst="roundRect">
            <a:avLst>
              <a:gd name="adj" fmla="val 2712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2628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MSE 内网白名单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26280" y="38862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实例详情 → 网络配置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“内网白名单”→“修改”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追加同一个 VSwitch 网段 → 确定</a:t>
            </a:r>
            <a:endParaRPr lang="en-US" sz="125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30A"/>
                </a:solidFill>
              </a:rPr>
              <a:t>路径 B 不用这步（EDAS 用你的 ECS，已在默认白名单）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909560" y="3291840"/>
            <a:ext cx="3520440" cy="2697480"/>
          </a:xfrm>
          <a:prstGeom prst="roundRect">
            <a:avLst>
              <a:gd name="adj" fmla="val 2034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09560" y="3291840"/>
            <a:ext cx="3520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部署订单服务（创建应用 + 环境变量）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创建应用：名称 userorder-sae · 命名空间 coffee-prod-sae · VPC 同 ECS · VSwitch 选已加白名单那个 · 实例数 1 · 0.5C/1G · 部署 JDK17+jar · 高级设置→服务注册发现选「MSE Nacos 专业版」→选你的实例（3 个应用都要选）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环境变量在「高级设置」第②步设；本项目只加一个 ENV=prod（DB 已写进 prod.yml 默认值）</a:t>
            </a:r>
            <a:endParaRPr lang="en-US" sz="14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468880"/>
          <a:ext cx="67665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463040"/>
                <a:gridCol w="32004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环境变量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值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说明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唯一必填：让 application-prod.yml 生效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DB_HOST / USER / PWD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不用填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已写进 prod.yml 默认值；打包前填好 RDS 内网地址即可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DUBBO_REGISTRY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不用填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已选「服务注册发现→MSE Nacos 专业版」，SAE 接管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726680" y="2468880"/>
            <a:ext cx="3703320" cy="2834640"/>
          </a:xfrm>
          <a:prstGeom prst="roundRect">
            <a:avLst>
              <a:gd name="adj" fmla="val 1935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26680" y="2468880"/>
            <a:ext cx="3703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3" name="Shape 10"/>
          <p:cNvSpPr/>
          <p:nvPr/>
        </p:nvSpPr>
        <p:spPr>
          <a:xfrm>
            <a:off x="777240" y="5440680"/>
            <a:ext cx="10652760" cy="777240"/>
          </a:xfrm>
          <a:prstGeom prst="roundRect">
            <a:avLst>
              <a:gd name="adj" fmla="val 7059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54406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JVM 参数只填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-Xms256m -Xmx512m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；看实时日志见 HikariPool Start completed + Nacos 注册成功 = 连上了。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部署快递 + 网关（实例数各 1）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快递 expresstrack-sae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43000" y="1993392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复制订单做法，只改 4 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上传 expresstrack 的 jar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环境变量不用改（同一 RDS）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C7293"/>
                </a:solidFill>
              </a:rPr>
              <a:t>实例数 1（和 provider 一样常驻）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41732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2628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网关 coffee-app-sae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26280" y="1993392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上传 coffee-app 的 jar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环境变量只填 ENV=prod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实例数 1（部署后看实时日志）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09560" y="1417320"/>
            <a:ext cx="3520440" cy="2194560"/>
          </a:xfrm>
          <a:prstGeom prst="roundRect">
            <a:avLst>
              <a:gd name="adj" fmla="val 250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09560" y="141732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6" name="Shape 14"/>
          <p:cNvSpPr/>
          <p:nvPr/>
        </p:nvSpPr>
        <p:spPr>
          <a:xfrm>
            <a:off x="777240" y="3794760"/>
            <a:ext cx="106527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可选：配弹性伸缩，按流量自动加实例（最小仍为 1）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34340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应用详情 → 应用扩缩 → 弹性伸缩 → 添加指标弹性策略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最小实例数 1 · 最大实例数 3 · 触发指标 CPU &gt; 60% → 保存（流量大自动加实例，回落到 1）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630A"/>
                </a:solidFill>
              </a:rPr>
              <a:t>⚠ 创建和弹性里“实例数”最小都是 1，填不了 0。阿里云宣传的“缩容到 0”是 SAE 2.0 高级能力，本课程不用。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给网关加公网 CLB 入口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应用默认没有公网 IP。前端静态页有 ECS-3 公网 IP，唯独 coffee-app 困在 VPC 里、浏览器又要直接调它——所以公网入口加在 coffee-app（SAE 2.0 现称 CLB，旧称 SLB），不是加在前端。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603504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20116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操作（只对 coffee-app-sae 做）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进 coffee-app-sae 详情 → 应用访问设置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公网访问 → 添加公网 CLB 访问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CLB 实例：新建（让 SAE 自动代购）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</a:rPr>
              <a:t>协议 HTTP · CLB 端口 80 · 容器端口 8005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确定 → 约 1 分钟返回公网 IP/域名，记下来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40880" y="1874520"/>
            <a:ext cx="4389120" cy="3886200"/>
          </a:xfrm>
          <a:prstGeom prst="roundRect">
            <a:avLst>
              <a:gd name="adj" fmla="val 1412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0" y="1874520"/>
            <a:ext cx="43891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4" name="Shape 12"/>
          <p:cNvSpPr/>
          <p:nvPr/>
        </p:nvSpPr>
        <p:spPr>
          <a:xfrm>
            <a:off x="777240" y="5897880"/>
            <a:ext cx="10652760" cy="502920"/>
          </a:xfrm>
          <a:prstGeom prst="roundRect">
            <a:avLst>
              <a:gd name="adj" fmla="val 10909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589788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记住：</a:t>
            </a:r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 CLB 域名 = 替代“ECS-3 公网 IP”的新入口，前端 API 指向它；两个 provider 不做这步，只走 Dubbo 内部调用、不暴露公网。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验证 &amp; 排错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验证上线 + 3 个最常见报错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852160" cy="2103120"/>
          </a:xfrm>
          <a:prstGeom prst="roundRect">
            <a:avLst>
              <a:gd name="adj" fmla="val 3478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怎么算成功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01168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访问 http://&lt;CLB 公网IP&gt;/actuator/health 返回 {"status":"UP"}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MSE Nacos 服务列表看到 3 个服务（2 个 Dubbo 接口 + coffee-app）</a:t>
            </a:r>
            <a:endParaRPr lang="en-US" sz="13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</a:rPr>
              <a:t>看日志去 SAE 控制台“实时日志”；账单按 vCPU·秒 + GB·秒计，用多少付多少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12280" y="1417320"/>
            <a:ext cx="4617720" cy="2103120"/>
          </a:xfrm>
          <a:prstGeom prst="roundRect">
            <a:avLst>
              <a:gd name="adj" fmla="val 2609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1417320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3" name="Shape 11"/>
          <p:cNvSpPr/>
          <p:nvPr/>
        </p:nvSpPr>
        <p:spPr>
          <a:xfrm>
            <a:off x="777240" y="3703320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703320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7033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Communications link failure（连不上 RDS）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94960" y="3703320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99% 是 RDS 白名单没加 SAE 的 VSwitch 网段 → 回第 ③ 步补上。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544568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544568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54456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Failed to connect to Nacos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394960" y="4544568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同根因：MSE 内网白名单没加 VSwitch 网段 → 回第 ③ 步补上。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385816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77240" y="5385816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38581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新部署/重启后首次访问等 5–15 秒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94960" y="5385816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Serverless 实例冷启动正常现象（现拉镜像、启 JVM）。教学演示前先 curl 一次预热。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A · 进阶 / 选读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A：ECS 自管（命令行，进阶）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25880"/>
            <a:ext cx="10652760" cy="594360"/>
          </a:xfrm>
          <a:prstGeom prst="roundRect">
            <a:avLst>
              <a:gd name="adj" fmla="val 9231"/>
            </a:avLst>
          </a:prstGeom>
          <a:solidFill>
            <a:srgbClr val="ECEFF3"/>
          </a:solidFill>
          <a:ln w="12700">
            <a:solidFill>
              <a:srgbClr val="8A98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258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进阶/选读：要在终端敲一连串命令。给想搞懂“jar 到底怎么被 java -jar 跑起来”的同学。初学者先做路径 B。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1031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 JDK 17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7066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apt/dnf 装 openjdk-17，建 ~/coffee 目录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21031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上传文件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27066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会话管理 📤 传 jar + 配置到对应 ECS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4747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4747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3611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NACOS_ADDR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40782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manage.sh 顶部填自己的 MSE Nacos 地址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4747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34747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611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启动服务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40782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./manage.sh start（自动跳过本机没有的 jar）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4846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8463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28" name="Text 26"/>
          <p:cNvSpPr/>
          <p:nvPr/>
        </p:nvSpPr>
        <p:spPr>
          <a:xfrm>
            <a:off x="1051560" y="4983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开安全组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51560" y="54498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ECS-1:7001 / ECS-2:8001 / ECS-3:8005+80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846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17920" y="48463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983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日常管理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92240" y="54498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manage.sh status / logs / restart / stop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 · STEP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前端①：本地构建 dist（告诉它后端地址）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三条路径前端都一样，只有构建时 VUE_APP_BASE_URL 指向的后端地址不同。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 app-admin/ 设环境变量再构建（按你的路径选地址）：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6766560" cy="1371600"/>
          </a:xfrm>
          <a:prstGeom prst="roundRect">
            <a:avLst>
              <a:gd name="adj" fmla="val 3333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2221992"/>
            <a:ext cx="64373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app-admin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CMD：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VUE_APP_BASE_URL=http://x.x.x.x:8005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# 生成 app-admin/dist/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2148840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地址填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 A / B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ECS-3 公网 IP:8005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 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SAE 公网 CLB 域名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822960" y="3657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PowerShell 用 $env:VUE_APP_BASE_URL="..."；Mac/Linux 用 export VUE_APP_BASE_URL=...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" y="416052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160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再压成 zip：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右键 dist 文件夹 → 压缩，得到 dist.zip（一次传一个文件最稳）。下一页上传到 ECS-3。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VUE_APP_BASE_URL 会被永久写进打包后的 JS；不设默认 localhost:8005（用户浏览器会找自己电脑，失败）。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 · STEP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前端②：部署到 ECS-3（两种方式）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3657600"/>
          </a:xfrm>
          <a:prstGeom prst="roundRect">
            <a:avLst>
              <a:gd name="adj" fmla="val 2000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方式 A · 宝塔面板  ⭐ 推荐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买 ECS-3 时镜像市场选预装“宝塔面板”镜像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面板登录 → 网站 → 添加站点（域名先填 ECS-3 公网 IP）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进站点“文件”→ 上传 dist.zip → 右键解压 → 内容放到站点根目录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1C7293"/>
                </a:solidFill>
              </a:rPr>
              <a:t>站点设置 → 伪静态 → 选 Vue/history（刷新不 404）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2120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方式 B · 命令行  🔧 进阶（裸镜像）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会话管理上传 dist.zip + deploy/coffee-admin.conf 到 /root/，整段粘：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2331720"/>
            <a:ext cx="4846320" cy="1874520"/>
          </a:xfrm>
          <a:prstGeom prst="roundRect">
            <a:avLst>
              <a:gd name="adj" fmla="val 2439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5392" y="2404872"/>
            <a:ext cx="451713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install -y nginx unzip   # 阿里云镜像用 dnf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/var/www/coffee-admin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unzip -o /root/dist.zip -d /var/www/coffee-admin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/root/coffee-admin.conf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/etc/nginx/conf.d/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-t &amp;&amp; systemctl enable --now nginx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12064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20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最后开端口 + 验证：</a:t>
            </a:r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安全组入方向放通 80（三路径都要）→ 浏览器开 http://&lt;ECS-3 IP&gt; 看到登录页 ✅。为什么不用 OSS：复用已学 Nginx，免去 OSS 的 Bucket 权限/404 兜底。（跨域由网关 @CrossOrigin 放行）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ARCHITECTURE · A/B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架构回顾：路径 A / B 拓扑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937760" y="141732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用户浏览器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1965960"/>
            <a:ext cx="0" cy="4114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806440" y="20071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:80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3360" y="2514600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69080" y="25146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· Nginx:80 (前端) + coffee-app:8005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3291840"/>
            <a:ext cx="0" cy="36576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400800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 RPC（VPC 内网）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91840" y="3794760"/>
            <a:ext cx="274320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3794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 · userorder:7001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3794760"/>
            <a:ext cx="274320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794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ECS-2 · expresstrack:8001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4526280"/>
            <a:ext cx="822960" cy="50292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6858000" y="4526280"/>
            <a:ext cx="822960" cy="50292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937760" y="5166360"/>
            <a:ext cx="2286000" cy="685800"/>
          </a:xfrm>
          <a:prstGeom prst="roundRect">
            <a:avLst>
              <a:gd name="adj" fmla="val 8000"/>
            </a:avLst>
          </a:prstGeom>
          <a:solidFill>
            <a:srgbClr val="E7EEF6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5166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860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JDBC（VPC 内网）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692640" y="3794760"/>
            <a:ext cx="2011680" cy="731520"/>
          </a:xfrm>
          <a:prstGeom prst="roundRect">
            <a:avLst>
              <a:gd name="adj" fmla="val 7500"/>
            </a:avLst>
          </a:prstGeom>
          <a:solidFill>
            <a:srgbClr val="F0F4F9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38360" y="37947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0120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台 ECS 都注册到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 Nacos 互相发现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6080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+ 网关在 ECS-3，两个 provider 各占一台，全部在同一 VPC 内网互通。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ARCHITECTURE · 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架构回顾：路径 C（SAE）拓扑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937760" y="137160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371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用户浏览器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H="1">
            <a:off x="2743200" y="1920240"/>
            <a:ext cx="914400" cy="50292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229600" y="1920240"/>
            <a:ext cx="914400" cy="50292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828800" y="2148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取前端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982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API 请求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63040" y="251460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2514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· Nginx 托管前端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63840" y="2514600"/>
            <a:ext cx="329184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25146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公网 CLB（API 入口）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509760" y="3246120"/>
            <a:ext cx="0" cy="36576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63840" y="361188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36118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· coffee-app（实例数 1）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09760" y="4297680"/>
            <a:ext cx="0" cy="32004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235440" y="42931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66560" y="4617720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4617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userorder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052560" y="4617720"/>
            <a:ext cx="2194560" cy="6858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98280" y="46177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expresstrack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 flipH="1">
            <a:off x="7406640" y="5303520"/>
            <a:ext cx="1463040" cy="41148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943600" y="5715000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E7EEF6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89320" y="5715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463040" y="402336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08760" y="40233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37160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 SAE 应用注册到同一 Nacos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变的只是“服务跑在哪”和“API 入口”；前端在 ECS-3、Nacos/RDS/Dubbo 关系都不变。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COMPARE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三路径对比速查表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5276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743200"/>
                <a:gridCol w="2743200"/>
                <a:gridCol w="2743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 · ECS 🔧进阶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 · EDAS ⭐推荐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 · SAE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操作方式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终端敲命令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控制台点鼠标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控制台点鼠标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谁装 JDK / 起进程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你自己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EDAS 平台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SAE 平台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服务治理可视化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✗（看日志）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 EDAS 治理页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有限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按用量计费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✗（ECS 包月）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✗（ECS 包月）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 vCPU·秒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配置传参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命令行参数+YAML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JVM 参数+profile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环境变量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本课程定位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进阶/选读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推荐主线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推荐(弹性)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一句话：学技术看底层选 A；企业生产 + 服务治理选 B（默认）；流量稀疏想省钱选 C。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· 第12章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正式做法：云效流水线（点击式）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手工“打 jar→上传→启动”是为了理解原理；日常迭代一律走流水线——git push 后网页点几下全自动。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852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063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08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云效拉代码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38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349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 mvn 构建 jar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424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635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发布到 EDAS/SAE/ECS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710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921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66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前端发布到 ECS-3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749040"/>
            <a:ext cx="10652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它替你做了第 11 章哪些手工活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438912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本地 mvn deploy/package  →  流水线“Java 构建上传”自动跑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会话管理 📤 上传 jar  →  “主机部署 / EDAS 发布 / SAE 发布”自动调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终端 ./manage.sh restart  →  部署任务里自动执行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B5630A"/>
                </a:solidFill>
              </a:rPr>
              <a:t>推荐后端走路径 B（EDAS）流水线作默认 —— 全程零手敲命令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本章小结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856232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7099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同一份 jar，换地方跑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1709928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 0 行改动，靠环境变量注入云上地址——这就是云原生“环境无关”。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3026664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026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83080" y="28803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主线：能点鼠标就不敲命令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288036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默认走 EDAS（点击部署）；路径 A 命令行降为进阶/选读。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3941064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4197096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197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83080" y="405079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前端统一 ECS-3 Nginx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405079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推荐预装宝塔镜像点鼠标建站；不用 OSS，复用已学 Nginx。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5111496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1560" y="5367528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5367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5221224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正式迭代走云效流水线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852160" y="522122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 自动构建发布，把手工每一步交给机器。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第11章 把微服务部署到阿里云（多路径上云）</dc:title>
  <dc:subject>PptxGenJS Presentation</dc:subject>
  <dc:creator>coffeeliu</dc:creator>
  <cp:lastModifiedBy>coffeeliu</cp:lastModifiedBy>
  <cp:revision>1</cp:revision>
  <dcterms:created xsi:type="dcterms:W3CDTF">2026-06-05T10:55:01Z</dcterms:created>
  <dcterms:modified xsi:type="dcterms:W3CDTF">2026-06-05T10:55:01Z</dcterms:modified>
</cp:coreProperties>
</file>