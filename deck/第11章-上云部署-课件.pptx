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60120" y="2011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把微服务部署到阿里云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0584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05 章在本地跑通的整套项目，原封不动搬上云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4023360"/>
            <a:ext cx="8412480" cy="1371600"/>
          </a:xfrm>
          <a:prstGeom prst="roundRect">
            <a:avLst>
              <a:gd name="adj" fmla="val 5333"/>
            </a:avLst>
          </a:prstGeom>
          <a:solidFill>
            <a:srgbClr val="112E54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416052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本章主线只有一条：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EDAS 控制台点鼠标，把 3 个 jar 部署到 3 台 ECS。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命令行（ECS 自管）和 Serverless（SAE）只在片尾各看一眼，细节在讲义 06 章。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云原生应用框架与开发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上云 = 给本地的每样东西，在云上找替身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05 章你在一台笔记本上跑通了所有东西。上云不是重学一套，是逐项替换——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83080"/>
          <a:ext cx="10515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0175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本地（第 05 章做过的）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云上替身（本章）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换了之后好在哪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一台笔记本跑 3 个进程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台 ECS，每台跑 1 个微服务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故障隔离、独立扩容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本地 MySQL（:3307）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RDS MySQL（云数据库）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免装免维护，自动备份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本地 Nacos（:8848）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Nacos（托管注册中心）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免装免维护，高可用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mvn install 装进本机 ~/.m2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mvn deploy 发到云效私有仓库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任何机器都能拉到库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npm run dev 开发服务器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npm run build → ECS-3 的 Nginx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静态文件正式托管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C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4864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🔑 关键洞察：jar 一行代码不改——启动时用环境变量告诉它“数据库和 Nacos 搬到哪了”。这就是云原生的“环境无关”。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61722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本章节奏：准备 4 样云资源（P5–8）→ EDAS 五步部署（P9–14）→ 前端 + 验证（P15–16）→ 另两条路速览（P17–18）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CHOOSE YOUR PATH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上云有三条路，本章只走中间这条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区别就一个问题：服务器交给谁管？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1965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进阶选读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 自管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51560" y="28803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自己装 JDK、传 jar、写脚本启进程。全程敲命令，像在自己机器上做运维。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51560" y="4526280"/>
            <a:ext cx="2926080" cy="0"/>
          </a:xfrm>
          <a:prstGeom prst="line">
            <a:avLst/>
          </a:prstGeom>
          <a:noFill/>
          <a:ln w="12700">
            <a:solidFill>
              <a:srgbClr val="E2E8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片尾 1 页速览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细节：06 章 Part 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34840" y="178308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1783080"/>
            <a:ext cx="3383280" cy="3657600"/>
          </a:xfrm>
          <a:prstGeom prst="roundRect">
            <a:avLst>
              <a:gd name="adj" fmla="val 2162"/>
            </a:avLst>
          </a:prstGeom>
          <a:ln w="25400">
            <a:solidFill>
              <a:srgbClr val="E8A4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965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本章主线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 托管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63440" y="28803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jar 交给 EDAS，它替你装 JDK、启进程、做服务治理。全程点鼠标。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526280"/>
            <a:ext cx="2926080" cy="0"/>
          </a:xfrm>
          <a:prstGeom prst="line">
            <a:avLst/>
          </a:prstGeom>
          <a:noFill/>
          <a:ln w="12700">
            <a:solidFill>
              <a:srgbClr val="E2E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本章完整走通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（第 9–14 页）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1965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☁️ 弹性场景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532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 Serverless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275320" y="28803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 ECS 都不买，SAE 按需弹实例，按 vCPU·秒计费，用多少付多少。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75320" y="4526280"/>
            <a:ext cx="2926080" cy="0"/>
          </a:xfrm>
          <a:prstGeom prst="line">
            <a:avLst/>
          </a:prstGeom>
          <a:noFill/>
          <a:ln w="12700">
            <a:solidFill>
              <a:srgbClr val="E2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片尾 1 页速览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细节：06 章 Part 7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57150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C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57150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本课程原则：能在控制台点鼠标完成的，就不敲命令。默认走 B——先把“上云”跑通、建立信心，再回头研究底层。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动手前记住两条规矩（80% 的坑都在这）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55448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783080"/>
            <a:ext cx="457200" cy="45720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4592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所有资源：同地域、同 VPC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5156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是阿里云给你划的私有局域网。ECS、RDS、MSE 在同一个 VPC 里才能走内网互通（快、免费、安全）。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88720" y="3200400"/>
            <a:ext cx="4480560" cy="1463040"/>
          </a:xfrm>
          <a:prstGeom prst="roundRect">
            <a:avLst>
              <a:gd name="adj" fmla="val 3750"/>
            </a:avLst>
          </a:prstGeom>
          <a:solidFill>
            <a:srgbClr val="F1F5FA"/>
          </a:solidFill>
          <a:ln w="19050">
            <a:solidFill>
              <a:srgbClr val="1C729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325880" y="3246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VPC（华东1·杭州）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417320" y="3611880"/>
            <a:ext cx="1234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63040" y="36118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34640" y="3611880"/>
            <a:ext cx="1234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360" y="36118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3611880"/>
            <a:ext cx="1234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36118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地域和 VPC 创建后不可改，错了只能删了重建——后建的资源全部“跟着 ECS 选”。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155448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一份 jar，两套配置：ENV 开关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9224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每个服务的配置文件开头都有这一行：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92240" y="2697480"/>
            <a:ext cx="4663440" cy="502920"/>
          </a:xfrm>
          <a:prstGeom prst="roundRect">
            <a:avLst>
              <a:gd name="adj" fmla="val 9091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770632"/>
            <a:ext cx="4334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spring.profiles.active: ${ENV:dev}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42900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4290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本地开发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01000" y="3429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什么都不设 → 走 dev → 连本地 MySQL / Nacos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92240" y="411480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4114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云上部署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0100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启动加 -DENV=prod → 走 prod → 连 RDS / MSE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92240" y="4846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数据库地址、密码同理：${DB_HOST:默认值}——启动参数给了用给的，没给用默认。配置与代码分离，替身才能“即插即用”。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1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买 3 台 ECS：一台机器跑一个微服务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替换对象：你笔记本上的 3 个终端窗口。真实微服务架构里，服务在物理层面也要隔离。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38328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机器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跑什么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端口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coffee-userorder 订单服务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ECS-2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coffee-expresstrack 快递服务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 网关 + Nginx 前端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45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8005 + 80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22960" y="4206240"/>
            <a:ext cx="5852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051560" y="43434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购买要点（详细步骤：06 章 Part 3.1）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按量付费 · 2核2G · Ubuntu 22.04 · 勾“分配公网 IP”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推荐镜像市场选“宝塔面板”镜像（前端部署全程点鼠标）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1828800"/>
            <a:ext cx="4434840" cy="3840480"/>
          </a:xfrm>
          <a:prstGeom prst="roundRect">
            <a:avLst>
              <a:gd name="adj" fmla="val 1905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780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📝 买完第一件事：抄下 6 个 IP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178040" y="23957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实例列表里每台都直接显示。后面所有步骤都要用这张表，收好别丢：</a:t>
            </a:r>
            <a:endParaRPr lang="en-US" sz="11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3017520"/>
          <a:ext cx="3977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角色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公网 IP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私网 IP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________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7178040" y="5029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公网 IP：你浏览器访问用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私网 IP：云上资源互访 / 加白名单用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BE9E0"/>
          </a:solidFill>
          <a:ln w="12700">
            <a:solidFill>
              <a:srgbClr val="B0541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铁律回顾：3 台必须同地域、同 VPC——后面 RDS、MSE 也都跟着它选。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2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MySQL：本地数据库的云上替身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替换对象：你电脑上 3307 端口的 MySQL。买一个实例，做 4 个动作。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01168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0482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买实例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51560" y="25603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MySQL 8.0 基础版 1核2G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地域 + VPC 跟 ECS 一致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64992" y="2743200"/>
            <a:ext cx="128016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520440" y="18288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03320" y="201168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51960" y="20482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 2 个库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49040" y="25603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userordertest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expresstracktest（utf8mb4）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62472" y="2743200"/>
            <a:ext cx="128016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18288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201168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20482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 1 个账号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25603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userordertest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读写授权给上面两个库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59952" y="2743200"/>
            <a:ext cx="128016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915400" y="18288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98280" y="2011680"/>
            <a:ext cx="411480" cy="4114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29" name="Text 27"/>
          <p:cNvSpPr/>
          <p:nvPr/>
        </p:nvSpPr>
        <p:spPr>
          <a:xfrm>
            <a:off x="90982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46920" y="20482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设白名单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0" y="25603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 172.16.0.0/16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（放行整个 VPC 内网）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22960" y="4023360"/>
            <a:ext cx="54864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51560" y="4160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灌入表结构（在你电脑上做一次）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MySQL Workbench 连 RDS 外网地址 → 依次执行项目里的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sql/order初始化.sql 和 sql/express初始化.sql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051560" y="50749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内外网地址别搞混：你电脑在公网 → 用外网地址；ECS 上的应用同 VPC → 用内网地址（快、免费）。两个地址都记到记事本。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8368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👇 第④步白名单长这样（RDS 实例 → 数据安全性 → 白名单设置）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583680" y="4160520"/>
            <a:ext cx="4754880" cy="1691640"/>
          </a:xfrm>
          <a:prstGeom prst="roundRect">
            <a:avLst>
              <a:gd name="adj" fmla="val 3243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pic>
        <p:nvPicPr>
          <p:cNvPr id="37" name="Image 0" descr="deck/img/rds-white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228" y="4270248"/>
            <a:ext cx="2835785" cy="147218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6583680" y="58795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△ 阿里云控制台（官方文档截图）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3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Nacos：本地注册中心的云上替身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替换对象：你电脑上 startup.sh 启动的 Nacos。所有服务都注册到这同一个实例。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控制台 → 注册配置中心 → 创建实例：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8840"/>
          <a:ext cx="5394960" cy="914400"/>
        </p:xfrm>
        <a:graphic>
          <a:graphicData uri="http://schemas.openxmlformats.org/drawingml/2006/table">
            <a:tbl>
              <a:tblPr/>
              <a:tblGrid>
                <a:gridCol w="1726387"/>
                <a:gridCol w="3668573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产品版本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054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专业版（开发版接不进 SAE）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引擎 / 版本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Nacos / 2.x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集群节点数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3（专业版最少 3 节点）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 / VPC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054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ECS / RDS 完全一致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公网带宽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拉到 &gt;0 才开公网（本地调试用）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22960" y="44348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051560" y="45720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📝 等状态“运行中”后，记下两个接入地址：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内网地址 → 云上 ECS / SAE 用；公网地址 → 你本地调试用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（公网还需在“网络配置→公网白名单”放行，仅教学环境）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0" y="1783080"/>
            <a:ext cx="4754880" cy="3931920"/>
          </a:xfrm>
          <a:prstGeom prst="roundRect">
            <a:avLst>
              <a:gd name="adj" fmla="val 1395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pic>
        <p:nvPicPr>
          <p:cNvPr id="14" name="Image 0" descr="deck/img/mse-instance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2797205"/>
            <a:ext cx="4535424" cy="19036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583680" y="57424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△ 阿里云控制台（官方文档截图）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4 /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本地打包：3 个库上仓库，3 个应用打 jar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 6 个模块分两类，命运完全不同——库被依赖、应用被部署。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108960" cy="2377440"/>
          </a:xfrm>
          <a:prstGeom prst="roundRect">
            <a:avLst>
              <a:gd name="adj" fmla="val 2308"/>
            </a:avLst>
          </a:prstGeom>
          <a:solidFill>
            <a:srgbClr val="F1F5FA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9601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个库模块（被依赖）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05840" y="228600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coffee-common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5840" y="2907792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907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coffee-userorder/api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3529584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5295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coffee-expresstrack/api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977640" y="3017520"/>
            <a:ext cx="7772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3794760" y="2697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6060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云效私有仓库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（库的中转站）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1828800"/>
            <a:ext cx="3108960" cy="2377440"/>
          </a:xfrm>
          <a:prstGeom prst="roundRect">
            <a:avLst>
              <a:gd name="adj" fmla="val 2308"/>
            </a:avLst>
          </a:prstGeom>
          <a:solidFill>
            <a:srgbClr val="F1F5FA"/>
          </a:solidFill>
          <a:ln w="15875">
            <a:solidFill>
              <a:srgbClr val="13457A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836676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个应用模块（被部署）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12480" y="228600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userorder/provider → ECS-1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2907792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58200" y="2907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expresstrack/provider → ECS-2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412480" y="3529584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58200" y="35295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 → ECS-3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040880" y="3017520"/>
            <a:ext cx="1097280" cy="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690372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构建时拉取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434840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552" y="4507992"/>
            <a:ext cx="50657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3 个库发到云效（settings.xml 先配好凭据）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coffee-common &amp;&amp; mvn clean deploy -DskipTests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两个 api 模块同理 …详见 06 章 Part 4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0" y="4434840"/>
            <a:ext cx="4937760" cy="1280160"/>
          </a:xfrm>
          <a:prstGeom prst="roundRect">
            <a:avLst>
              <a:gd name="adj" fmla="val 3571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4507992"/>
            <a:ext cx="46085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3 个应用打 jar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coffee-userorder/provider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clean package -DskipTests  # 得到 *.jar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8F0FA"/>
          </a:solidFill>
          <a:ln w="12700">
            <a:solidFill>
              <a:srgbClr val="1345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为什么库要上云端仓库？——第 12 章云效流水线的构建机是台全新机器，没有你电脑的 ~/.m2，它得有地方拉库。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主线开始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EDAS：把 jar 交给它，五步点完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EDAS（企业级分布式应用服务）= 替你装 JDK、启进程、可视化管理 Dubbo 服务的托管平台。ECS 还是你的，只是“操作员”换成了它。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197510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2688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建微服务空间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962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绑定 MSE Nacos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16352" y="2788920"/>
            <a:ext cx="146304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80944" y="2103120"/>
            <a:ext cx="197510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090672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090672" y="2578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建集群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090672" y="2962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 3 台 ECS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974336" y="2788920"/>
            <a:ext cx="146304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38928" y="2103120"/>
            <a:ext cx="197510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48656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48656" y="2578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 userorder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48656" y="2962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 jar + JVM 参数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2788920"/>
            <a:ext cx="146304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96912" y="2103120"/>
            <a:ext cx="197510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664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06640" y="2578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复制部署另两个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406640" y="2962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 / coffee-app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290304" y="2788920"/>
            <a:ext cx="146304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454896" y="2103120"/>
            <a:ext cx="1975104" cy="1371600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564624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64624" y="2578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564624" y="2962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服务治理页看 Dubbo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" y="3840480"/>
            <a:ext cx="10515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051560" y="400507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它替你省掉了哪些命令？（路径 A 的同学要手敲的）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05156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 JDK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92608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 openjdk-17-jdk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223760" y="4617720"/>
            <a:ext cx="2743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7635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创建应用时选个版本号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51560" y="4846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 jar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92608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实例详情页上传 / scp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223760" y="5029200"/>
            <a:ext cx="2743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63524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网页上点“选择文件”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51560" y="5257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 / 守护进程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926080" y="5257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./manage.sh start + 自己写脚本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223760" y="5440680"/>
            <a:ext cx="2743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7635240" y="5257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自动启动、挂了自动拉起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8064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前提：3 台 ECS 安全组出方向保持默认全放行即可（EDAS 导入时会自动加所需规则，勿删改）。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第 ① 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建微服务空间：给服务划个“户口”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微服务空间 = EDAS 里的环境隔离单位，创建时就把注册中心绑定成你的 MSE Nacos。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 → 资源管理 → 微服务空间 → 创建：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94560"/>
          <a:ext cx="5669280" cy="914400"/>
        </p:xfrm>
        <a:graphic>
          <a:graphicData uri="http://schemas.openxmlformats.org/drawingml/2006/table">
            <a:tbl>
              <a:tblPr/>
              <a:tblGrid>
                <a:gridCol w="1814170"/>
                <a:gridCol w="385511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 ECS 同地域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注册中心类型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054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Nacos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选“准备③”创建的那个实例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949440" y="1828800"/>
            <a:ext cx="4434840" cy="3108960"/>
          </a:xfrm>
          <a:prstGeom prst="roundRect">
            <a:avLst>
              <a:gd name="adj" fmla="val 2353"/>
            </a:avLst>
          </a:prstGeom>
          <a:solidFill>
            <a:srgbClr val="FBE9E0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780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唯一会选错的地方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78040" y="246888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注册中心类型不要用默认的“EDAS 注册中心”——它不支持本项目的 Dubbo 3.x，部署完服务治理页会查不到任何服务。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必须选 MSE Nacos，让三个服务注册到你准备好的那个实例。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" y="534924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2F2F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53492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建好后空间列表“注册中心”一列应显示 MSE 实例 ID（mse-xxx）——看到它再进下一步。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第 ② 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 ECS 集群，把 3 台机器交给 EDAS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资源管理 → EDAS ECS 集群 → 创建集群：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726387"/>
                <a:gridCol w="3668573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coffeecluster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coffee-prod（第①步建的）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网络类型 / VPC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专有网络 / 与 ECS 相同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22960" y="36118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051560" y="3776472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然后导入主机：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进集群详情 → 添加 ECS 实例 → 勾 ECS-1/2/3 → 导入。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会自动在 3 台机器上装 Agent（它的“操作员”）。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5212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等 3–5 分钟，3 台都显示“运行中 + 已安装 Agent”即成功。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583680" y="1463040"/>
            <a:ext cx="4754880" cy="4297680"/>
          </a:xfrm>
          <a:prstGeom prst="roundRect">
            <a:avLst>
              <a:gd name="adj" fmla="val 1277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pic>
        <p:nvPicPr>
          <p:cNvPr id="14" name="Image 0" descr="deck/img/edas-create-clu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2029920"/>
            <a:ext cx="4535424" cy="316391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583680" y="57881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△ 阿里云控制台（官方文档截图）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第 ③ 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部署第一个服务：userorder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应用管理 → 应用列表 → 创建应用。一张表填完，确认创建，等 2–3 分钟变“运行中”。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83080"/>
          <a:ext cx="5852160" cy="914400"/>
        </p:xfrm>
        <a:graphic>
          <a:graphicData uri="http://schemas.openxmlformats.org/drawingml/2006/table">
            <a:tbl>
              <a:tblPr/>
              <a:tblGrid>
                <a:gridCol w="1872691"/>
                <a:gridCol w="397946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userorder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 / 集群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 / coffeecluster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运行环境 / JDK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Java / OpenJDK 17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上传 userorder 的 jar（准备④打的）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 ECS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0541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只勾 ECS-1（另两台不勾）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949440" y="1783080"/>
            <a:ext cx="44348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17804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参数：告诉 jar 替身们在哪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78040" y="2377440"/>
            <a:ext cx="3977640" cy="1645920"/>
          </a:xfrm>
          <a:prstGeom prst="roundRect">
            <a:avLst>
              <a:gd name="adj" fmla="val 2778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42632" y="2450592"/>
            <a:ext cx="36484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-Xms128m -Xmx512m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-DENV=prod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-DDB_HOST=rm-xxx…:3306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-DDB_USER=userordertest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-DDB_PASSWORD=你的RDS密码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178040" y="416052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34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-DENV=prod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切到云上配置；DB 三项换成准备②记的内网地址和账号。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Nacos 地址不用填：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Agent 自动把 Dubbo 注册接管到空间绑定的 MSE。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C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对照第 05 章：这一页 = 本地的 java -jar 那条命令，只是参数填在了网页表单里。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第 ④ 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照着做两遍：expresstrack 和 coffee-app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流程和第③步完全一样，只有四处不同：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expresstrack（快递服务）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4231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jar 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242316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expresstrack-provider 的 jar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311810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 ECS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118104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只勾 ECS-2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81304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381304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 userorder 完全一样（库名已写在配置里）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coffee-app（网关）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4231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jar 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26680" y="242316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 的 jar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311810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 ECS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26680" y="3118104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只勾 ECS-3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81304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26680" y="381304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-Xms128m -Xmx256m -DENV=prod（不连数据库，没有 DB 参数）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489204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4892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部署顺序：先两个 provider，最后网关。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反了也能成——coffee-app 启动头几秒警告“找不到提供者”，等 provider 注册上来自动恢复。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· 第 ⑤ 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验证：这一页就是 PaaS 的价值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 Dubbo 服务治理（EDAS 独有）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微服务治理 → Dubbo → 服务查询（空间选 coffee-prod）：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51560" y="2468880"/>
            <a:ext cx="4937760" cy="1143000"/>
          </a:xfrm>
          <a:prstGeom prst="roundRect">
            <a:avLst>
              <a:gd name="adj" fmla="val 400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16152" y="2542032"/>
            <a:ext cx="46085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com.coffee.yun.userorder.api.OrderService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com…expresstrack.api.ExpressTrackService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提供者：ECS-1 / ECS-2 的私网 IP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谁提供服务、给谁用、在哪台机器——一目了然。路径 A 想知道这些，得 SSH 上 3 台机器翻日志。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515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列表里能看到 Dubbo 接口 = 注册成功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92240" y="1463040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2084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 curl 一下健康检查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20840" y="20574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 3 台 ECS 安全组入方向放行各自端口（7001 / 8001 / 8005），然后浏览器访问：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720840" y="2743200"/>
            <a:ext cx="4434840" cy="1371600"/>
          </a:xfrm>
          <a:prstGeom prst="roundRect">
            <a:avLst>
              <a:gd name="adj" fmla="val 3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85432" y="2816352"/>
            <a:ext cx="41056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http://&lt;ECS-1公网IP&gt;:7001/actuator/health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http://&lt;ECS-2公网IP&gt;:8001/actuator/health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http://&lt;ECS-3公网IP&gt;:8005/actuator/health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都返回 {"status":"UP"}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20840" y="4297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 UP = 后端整体上云完成 🎉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还差最后一块：前端（下一页）。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8F0FA"/>
          </a:solidFill>
          <a:ln w="12700">
            <a:solidFill>
              <a:srgbClr val="1345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排错入口：应用详情 → 日志 / 变更记录。最常见错误 = JVM 参数里 DB 地址或密码抄错（06 章附录 B 有排查清单）。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前端：构建时“烙”进后端地址，宝塔点鼠标部署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替换对象：本地的 npm run dev。云上改成构建出静态文件，交给 ECS-3 的 Nginx 托管。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196596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011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本地构建（先告诉它后端在哪）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1560" y="2514600"/>
            <a:ext cx="4937760" cy="1051560"/>
          </a:xfrm>
          <a:prstGeom prst="roundRect">
            <a:avLst>
              <a:gd name="adj" fmla="val 4348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16152" y="2587752"/>
            <a:ext cx="460857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app-admin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VUE_APP_BASE_URL=http://&lt;ECS-3公网IP&gt;:8005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  # 生成 dist/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51560" y="37490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这个地址会被永久写进打包后的 JS。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不设就默认 localhost:8005——用户浏览器会去找自己的电脑，全部请求失败。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构建完把 dist/ 右键压成 dist.zip。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489204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20840" y="196596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6948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宝塔面板部署（ECS-3，点鼠标）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766560" y="2606040"/>
            <a:ext cx="310896" cy="310896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23760" y="254203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登录宝塔 → 网站 → 添加站点（域名填 ECS-3 公网 IP）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66560" y="3319272"/>
            <a:ext cx="310896" cy="310896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331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223760" y="3255264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站点“文件”→ 上传 dist.zip → 右键解压到站点根目录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4032504"/>
            <a:ext cx="310896" cy="310896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7" name="Text 25"/>
          <p:cNvSpPr/>
          <p:nvPr/>
        </p:nvSpPr>
        <p:spPr>
          <a:xfrm>
            <a:off x="6766560" y="4032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223760" y="396849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站点设置 → 伪静态 → 选 Vue/history（不设刷新会 404）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66560" y="4745736"/>
            <a:ext cx="310896" cy="310896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4745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23760" y="468172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安全组入方向放行 80 端口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269480" y="53492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裸镜像同学走命令行装 Nginx：06 章 Part 8.4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2F2F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浏览器打开 http://&lt;ECS-3 公网IP&gt; 看到 CoffeeTrack 登录页 = 前端就位。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VERIFY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端到端验证：从浏览器一路打到数据库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06040" y="1417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1965960"/>
            <a:ext cx="0" cy="41148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297680" y="19933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取页面　② JS 把 API 发到 :8005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03120" y="2377440"/>
            <a:ext cx="40233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23774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　Nginx:80（前端）+ coffee-app:8005（网关）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2468880" y="3246120"/>
            <a:ext cx="731520" cy="5486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29200" y="3246120"/>
            <a:ext cx="731520" cy="5486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92608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RPC（VPC 内网）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80160" y="379476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2588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userorder :7001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79476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7947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expresstrack :8001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468880" y="4572000"/>
            <a:ext cx="1097280" cy="548640"/>
          </a:xfrm>
          <a:prstGeom prst="line">
            <a:avLst/>
          </a:prstGeom>
          <a:noFill/>
          <a:ln w="25400">
            <a:solidFill>
              <a:srgbClr val="8A98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54880" y="4572000"/>
            <a:ext cx="1097280" cy="548640"/>
          </a:xfrm>
          <a:prstGeom prst="line">
            <a:avLst/>
          </a:prstGeom>
          <a:noFill/>
          <a:ln w="25400">
            <a:solidFill>
              <a:srgbClr val="8A98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108960" y="512064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1F5FA"/>
          </a:solidFill>
          <a:ln w="15875">
            <a:solidFill>
              <a:srgbClr val="8A98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54680" y="5120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502920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FDF3DC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0" y="50292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（互相发现）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55280" y="1463040"/>
            <a:ext cx="3429000" cy="4389120"/>
          </a:xfrm>
          <a:prstGeom prst="roundRect">
            <a:avLst>
              <a:gd name="adj" fmla="val 2133"/>
            </a:avLst>
          </a:prstGeom>
          <a:solidFill>
            <a:srgbClr val="FD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1838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课堂验证 3 连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83880" y="2194560"/>
            <a:ext cx="365760" cy="36576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30" name="Text 28"/>
          <p:cNvSpPr/>
          <p:nvPr/>
        </p:nvSpPr>
        <p:spPr>
          <a:xfrm>
            <a:off x="818388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68680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　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 http://&lt;ECS-3 IP&gt;，默认账号进系统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183880" y="3154680"/>
            <a:ext cx="365760" cy="36576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33" name="Text 31"/>
          <p:cNvSpPr/>
          <p:nvPr/>
        </p:nvSpPr>
        <p:spPr>
          <a:xfrm>
            <a:off x="81838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0" y="306324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查订单　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订单管理 → 列表有数据（走 ECS-1 → RDS）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183880" y="4114800"/>
            <a:ext cx="365760" cy="36576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36" name="Text 34"/>
          <p:cNvSpPr/>
          <p:nvPr/>
        </p:nvSpPr>
        <p:spPr>
          <a:xfrm>
            <a:off x="81838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686800" y="402336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查轨迹　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输运单号 44556677 → 出轨迹（走 Dubbo → ECS-2）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83880" y="5074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个能成 = 服务互相发现 + 跨机 RPC 全通，上云宣告成功 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另一条路 · 速览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C（SAE）：连 ECS 都不买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 jar 还能更省事：交给 SAE，它按需弹实例、按 vCPU·秒计费。流程和 EDAS 神似，记住两个不同点就够：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51560" y="19933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差异① 注册中心在“创建应用→高级设置”里选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395728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服务注册发现 → 选「MSE Nacos 专业版」→ 选你的实例（右图，3 个应用都要选）。控制台原话：选了实例，系统自动帮你注册，程序里不用配地址。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9E0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" y="40416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41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差异② 最大的坑：白名单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实例的 IP 从虚拟交换机网段动态分配、还会变——必须把整个网段（如 172.16.1.0/24）加进 RDS 白名单和 MSE 内网白名单，否则必报“连不上 MySQL / Nacos”。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1828800"/>
            <a:ext cx="4754880" cy="2331720"/>
          </a:xfrm>
          <a:prstGeom prst="roundRect">
            <a:avLst>
              <a:gd name="adj" fmla="val 2353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pic>
        <p:nvPicPr>
          <p:cNvPr id="16" name="Image 0" descr="deck/img/sae-registry-m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2424020"/>
            <a:ext cx="4535424" cy="1141281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83680" y="41879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△ 阿里云控制台（官方文档截图）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0" y="4526280"/>
            <a:ext cx="47548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81228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网关公网入口：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应用没有公网 IP，给 coffee-app“添加公网 CLB 访问”拿一个入口域名。
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完整六步 + 排错：06 章 Part 7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77240" y="589788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E2F2F4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" y="58978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提醒：“Serverless”不等于缩到 0——SAE 实例数最小是 1。它省的是运维和闲时费用，不是全部账单。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另一条路 · 进阶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A（ECS 自管）：EDAS 帮你做的，全部自己敲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98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想搞懂“控制台点的那一下，背后发生了什么”？这条路把每一步还给你的双手。6 个动作对应 EDAS 的全自动：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92024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24128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装 JDK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24128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会话管理网页终端：apt install openjdk-17-jdk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34840" y="192024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36008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传文件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36008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实例详情页“上传/下载文件”传 jar + manage.sh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192024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47888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改地址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47888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顶部 NACOS_ADDR 填 MSE 内网地址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4290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24128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启动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24128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./manage.sh start（自动跳过本机没有的 jar）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4290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36008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开端口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6008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安全组入方向 7001 / 8001 / 8005 + 80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34290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47888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 日常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47888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status / logs / restart / stop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" y="512064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1F5FA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1560" y="51206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注意：会话管理终端默认是普通用户，先 </a:t>
            </a:r>
            <a:pPr indent="0" marL="0">
              <a:buNone/>
            </a:pPr>
            <a:r>
              <a:rPr lang="en-US" sz="1250" b="1" dirty="0">
                <a:solidFill>
                  <a:srgbClr val="134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su - root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；终端里没有上传按钮，传文件走实例详情页。逐条命令 + 排错：06 章 Part 5。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WRAP UP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三条路一张表 + 接下来去哪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上云部署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515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560320"/>
                <a:gridCol w="274320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A · ECS 自管 🔧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B · EDAS ⭐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C · SAE ☁️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谁装 JDK / 启进程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你（命令行）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Agent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买不买 ECS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买 3 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买 3 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 包月/按量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 + EDAS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 vCPU·秒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服务治理可视化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✅ 治理页面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学底层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企业生产（本课主线）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B7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流量稀疏/突发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22960" y="4572000"/>
            <a:ext cx="10515600" cy="1417320"/>
          </a:xfrm>
          <a:prstGeom prst="roundRect">
            <a:avLst>
              <a:gd name="adj" fmla="val 516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188720" y="47548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🚀 第 12 章预告：今天每一步手工操作，都将变成自动化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jar、上传、点部署……以后只做一件事：git push。云效流水线替你跑完全程——这才是日常迭代的正式做法。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097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本章带走 3 句话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201168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228600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965960" y="212140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上云 = 找替身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212140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替笔记本、RDS 替本地 MySQL、MSE 替本地 Nacos——jar 一行不改，只换地址。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24612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352044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65960" y="33558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主线 = 点鼠标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335584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五步：空间 → 集群 → 部署×3 → 验证。命令行（A）和 Serverless（C）按需再学。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05840" y="4480560"/>
            <a:ext cx="10149840" cy="1051560"/>
          </a:xfrm>
          <a:prstGeom prst="roundRect">
            <a:avLst>
              <a:gd name="adj" fmla="val 5217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4440" y="4754880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65960" y="459028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地址靠环境变量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459028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-DENV=prod + DB_HOST…——配置与代码分离，是“同一份 jar 到处跑”的全部秘密。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058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详细操作手册：docs/06-edas-deployment.md ｜ 下一章：CI/CD 流水线（docs/07）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第11章 把微服务部署到阿里云</dc:title>
  <dc:subject>PptxGenJS Presentation</dc:subject>
  <dc:creator>coffeeliu</dc:creator>
  <cp:lastModifiedBy>coffeeliu</cp:lastModifiedBy>
  <cp:revision>1</cp:revision>
  <dcterms:created xsi:type="dcterms:W3CDTF">2026-06-11T06:29:19Z</dcterms:created>
  <dcterms:modified xsi:type="dcterms:W3CDTF">2026-06-11T06:29:19Z</dcterms:modified>
</cp:coreProperties>
</file>